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2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67" r:id="rId2"/>
    <p:sldId id="273" r:id="rId3"/>
    <p:sldId id="272" r:id="rId4"/>
    <p:sldId id="257" r:id="rId5"/>
    <p:sldId id="258" r:id="rId6"/>
    <p:sldId id="259" r:id="rId7"/>
    <p:sldId id="275" r:id="rId8"/>
    <p:sldId id="274" r:id="rId9"/>
    <p:sldId id="276" r:id="rId10"/>
    <p:sldId id="271" r:id="rId11"/>
    <p:sldId id="270" r:id="rId12"/>
    <p:sldId id="269" r:id="rId13"/>
    <p:sldId id="26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1F84E2-B6AB-450F-97BD-9E4045A28C22}" v="766" dt="2026-05-06T00:33:08.855"/>
    <p1510:client id="{58E1A8F4-C5E4-4029-8834-4A29FDD19AAA}" v="495" dt="2026-05-05T21:17:04.956"/>
    <p1510:client id="{A84FF3E1-4ECB-784C-F817-2F144B552926}" v="829" dt="2026-05-05T20:53:37.315"/>
    <p1510:client id="{C3359E48-02A0-A79A-17A1-F04CA203113A}" v="1" dt="2026-05-05T16:24:36.231"/>
    <p1510:client id="{C874052A-4060-13A4-486E-E04332F438F0}" v="2" dt="2026-05-05T16:19:21.5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107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D SHAFKAT MANJUR DEEPTO" userId="a45eff1d-1b39-4660-b58c-604c0b71976f" providerId="ADAL" clId="{1915603C-EC05-4763-8517-61A0D55C0D26}"/>
    <pc:docChg chg="undo custSel addSld delSld modSld">
      <pc:chgData name="MD SHAFKAT MANJUR DEEPTO" userId="a45eff1d-1b39-4660-b58c-604c0b71976f" providerId="ADAL" clId="{1915603C-EC05-4763-8517-61A0D55C0D26}" dt="2026-05-05T21:17:04.956" v="476" actId="20577"/>
      <pc:docMkLst>
        <pc:docMk/>
      </pc:docMkLst>
      <pc:sldChg chg="modSp mod">
        <pc:chgData name="MD SHAFKAT MANJUR DEEPTO" userId="a45eff1d-1b39-4660-b58c-604c0b71976f" providerId="ADAL" clId="{1915603C-EC05-4763-8517-61A0D55C0D26}" dt="2026-05-05T17:18:37.172" v="0" actId="255"/>
        <pc:sldMkLst>
          <pc:docMk/>
          <pc:sldMk cId="3337473174" sldId="259"/>
        </pc:sldMkLst>
        <pc:spChg chg="mod">
          <ac:chgData name="MD SHAFKAT MANJUR DEEPTO" userId="a45eff1d-1b39-4660-b58c-604c0b71976f" providerId="ADAL" clId="{1915603C-EC05-4763-8517-61A0D55C0D26}" dt="2026-05-05T17:18:37.172" v="0" actId="255"/>
          <ac:spMkLst>
            <pc:docMk/>
            <pc:sldMk cId="3337473174" sldId="259"/>
            <ac:spMk id="19" creationId="{997C5BC2-758A-BE73-0496-8051A80CB567}"/>
          </ac:spMkLst>
        </pc:spChg>
      </pc:sldChg>
      <pc:sldChg chg="addSp delSp del mod">
        <pc:chgData name="MD SHAFKAT MANJUR DEEPTO" userId="a45eff1d-1b39-4660-b58c-604c0b71976f" providerId="ADAL" clId="{1915603C-EC05-4763-8517-61A0D55C0D26}" dt="2026-05-05T20:12:00.241" v="35" actId="2696"/>
        <pc:sldMkLst>
          <pc:docMk/>
          <pc:sldMk cId="814561538" sldId="265"/>
        </pc:sldMkLst>
        <pc:spChg chg="add del">
          <ac:chgData name="MD SHAFKAT MANJUR DEEPTO" userId="a45eff1d-1b39-4660-b58c-604c0b71976f" providerId="ADAL" clId="{1915603C-EC05-4763-8517-61A0D55C0D26}" dt="2026-05-05T20:10:42.613" v="28" actId="478"/>
          <ac:spMkLst>
            <pc:docMk/>
            <pc:sldMk cId="814561538" sldId="265"/>
            <ac:spMk id="5" creationId="{8A21E6C8-4428-EB24-6A7E-17C125E52C7A}"/>
          </ac:spMkLst>
        </pc:spChg>
        <pc:spChg chg="add del">
          <ac:chgData name="MD SHAFKAT MANJUR DEEPTO" userId="a45eff1d-1b39-4660-b58c-604c0b71976f" providerId="ADAL" clId="{1915603C-EC05-4763-8517-61A0D55C0D26}" dt="2026-05-05T20:10:42.341" v="27" actId="478"/>
          <ac:spMkLst>
            <pc:docMk/>
            <pc:sldMk cId="814561538" sldId="265"/>
            <ac:spMk id="6" creationId="{E351CFDC-8AC6-8676-BB9A-2F0DA1F89273}"/>
          </ac:spMkLst>
        </pc:spChg>
        <pc:spChg chg="add del">
          <ac:chgData name="MD SHAFKAT MANJUR DEEPTO" userId="a45eff1d-1b39-4660-b58c-604c0b71976f" providerId="ADAL" clId="{1915603C-EC05-4763-8517-61A0D55C0D26}" dt="2026-05-05T20:10:41.854" v="26" actId="478"/>
          <ac:spMkLst>
            <pc:docMk/>
            <pc:sldMk cId="814561538" sldId="265"/>
            <ac:spMk id="7" creationId="{103E3F85-B480-9B8E-9AD8-CF2755C66F48}"/>
          </ac:spMkLst>
        </pc:spChg>
        <pc:spChg chg="add del">
          <ac:chgData name="MD SHAFKAT MANJUR DEEPTO" userId="a45eff1d-1b39-4660-b58c-604c0b71976f" providerId="ADAL" clId="{1915603C-EC05-4763-8517-61A0D55C0D26}" dt="2026-05-05T20:10:42.917" v="29" actId="478"/>
          <ac:spMkLst>
            <pc:docMk/>
            <pc:sldMk cId="814561538" sldId="265"/>
            <ac:spMk id="8" creationId="{1B285516-128D-6DA9-772A-223136597A78}"/>
          </ac:spMkLst>
        </pc:spChg>
        <pc:grpChg chg="add del">
          <ac:chgData name="MD SHAFKAT MANJUR DEEPTO" userId="a45eff1d-1b39-4660-b58c-604c0b71976f" providerId="ADAL" clId="{1915603C-EC05-4763-8517-61A0D55C0D26}" dt="2026-05-05T20:10:43.334" v="30" actId="478"/>
          <ac:grpSpMkLst>
            <pc:docMk/>
            <pc:sldMk cId="814561538" sldId="265"/>
            <ac:grpSpMk id="22" creationId="{0EB37DDC-7375-8E36-A9C2-680566FB572A}"/>
          </ac:grpSpMkLst>
        </pc:grpChg>
      </pc:sldChg>
      <pc:sldChg chg="modSp mod">
        <pc:chgData name="MD SHAFKAT MANJUR DEEPTO" userId="a45eff1d-1b39-4660-b58c-604c0b71976f" providerId="ADAL" clId="{1915603C-EC05-4763-8517-61A0D55C0D26}" dt="2026-05-05T20:15:20.911" v="58" actId="403"/>
        <pc:sldMkLst>
          <pc:docMk/>
          <pc:sldMk cId="2763635292" sldId="266"/>
        </pc:sldMkLst>
        <pc:spChg chg="mod">
          <ac:chgData name="MD SHAFKAT MANJUR DEEPTO" userId="a45eff1d-1b39-4660-b58c-604c0b71976f" providerId="ADAL" clId="{1915603C-EC05-4763-8517-61A0D55C0D26}" dt="2026-05-05T20:15:20.911" v="58" actId="403"/>
          <ac:spMkLst>
            <pc:docMk/>
            <pc:sldMk cId="2763635292" sldId="266"/>
            <ac:spMk id="2" creationId="{D65677F9-24DA-93B5-296D-E311C84DA0AE}"/>
          </ac:spMkLst>
        </pc:spChg>
      </pc:sldChg>
      <pc:sldChg chg="modSp mod">
        <pc:chgData name="MD SHAFKAT MANJUR DEEPTO" userId="a45eff1d-1b39-4660-b58c-604c0b71976f" providerId="ADAL" clId="{1915603C-EC05-4763-8517-61A0D55C0D26}" dt="2026-05-05T21:17:04.956" v="476" actId="20577"/>
        <pc:sldMkLst>
          <pc:docMk/>
          <pc:sldMk cId="1961245638" sldId="267"/>
        </pc:sldMkLst>
        <pc:spChg chg="mod">
          <ac:chgData name="MD SHAFKAT MANJUR DEEPTO" userId="a45eff1d-1b39-4660-b58c-604c0b71976f" providerId="ADAL" clId="{1915603C-EC05-4763-8517-61A0D55C0D26}" dt="2026-05-05T21:17:04.956" v="476" actId="20577"/>
          <ac:spMkLst>
            <pc:docMk/>
            <pc:sldMk cId="1961245638" sldId="267"/>
            <ac:spMk id="3" creationId="{698B10FD-E12D-4E02-C83A-8EB840B5BEF6}"/>
          </ac:spMkLst>
        </pc:spChg>
      </pc:sldChg>
      <pc:sldChg chg="new del">
        <pc:chgData name="MD SHAFKAT MANJUR DEEPTO" userId="a45eff1d-1b39-4660-b58c-604c0b71976f" providerId="ADAL" clId="{1915603C-EC05-4763-8517-61A0D55C0D26}" dt="2026-05-05T20:08:45.498" v="2" actId="680"/>
        <pc:sldMkLst>
          <pc:docMk/>
          <pc:sldMk cId="748690458" sldId="269"/>
        </pc:sldMkLst>
      </pc:sldChg>
      <pc:sldChg chg="addSp delSp modSp new mod setBg">
        <pc:chgData name="MD SHAFKAT MANJUR DEEPTO" userId="a45eff1d-1b39-4660-b58c-604c0b71976f" providerId="ADAL" clId="{1915603C-EC05-4763-8517-61A0D55C0D26}" dt="2026-05-05T20:15:34.125" v="59" actId="403"/>
        <pc:sldMkLst>
          <pc:docMk/>
          <pc:sldMk cId="2564208647" sldId="269"/>
        </pc:sldMkLst>
        <pc:spChg chg="mod">
          <ac:chgData name="MD SHAFKAT MANJUR DEEPTO" userId="a45eff1d-1b39-4660-b58c-604c0b71976f" providerId="ADAL" clId="{1915603C-EC05-4763-8517-61A0D55C0D26}" dt="2026-05-05T20:14:43.620" v="55" actId="26606"/>
          <ac:spMkLst>
            <pc:docMk/>
            <pc:sldMk cId="2564208647" sldId="269"/>
            <ac:spMk id="2" creationId="{9C421EFE-4190-EE5B-9E60-54371B13955E}"/>
          </ac:spMkLst>
        </pc:spChg>
        <pc:spChg chg="mod">
          <ac:chgData name="MD SHAFKAT MANJUR DEEPTO" userId="a45eff1d-1b39-4660-b58c-604c0b71976f" providerId="ADAL" clId="{1915603C-EC05-4763-8517-61A0D55C0D26}" dt="2026-05-05T20:15:34.125" v="59" actId="403"/>
          <ac:spMkLst>
            <pc:docMk/>
            <pc:sldMk cId="2564208647" sldId="269"/>
            <ac:spMk id="3" creationId="{2966323E-05C0-D880-23D7-C52C66C6FD0E}"/>
          </ac:spMkLst>
        </pc:spChg>
        <pc:spChg chg="add del">
          <ac:chgData name="MD SHAFKAT MANJUR DEEPTO" userId="a45eff1d-1b39-4660-b58c-604c0b71976f" providerId="ADAL" clId="{1915603C-EC05-4763-8517-61A0D55C0D26}" dt="2026-05-05T20:14:43.620" v="55" actId="26606"/>
          <ac:spMkLst>
            <pc:docMk/>
            <pc:sldMk cId="2564208647" sldId="269"/>
            <ac:spMk id="9" creationId="{E51BA4DF-2BD4-4EC2-B1DB-B27C8AC71864}"/>
          </ac:spMkLst>
        </pc:spChg>
        <pc:spChg chg="add">
          <ac:chgData name="MD SHAFKAT MANJUR DEEPTO" userId="a45eff1d-1b39-4660-b58c-604c0b71976f" providerId="ADAL" clId="{1915603C-EC05-4763-8517-61A0D55C0D26}" dt="2026-05-05T20:14:43.620" v="55" actId="26606"/>
          <ac:spMkLst>
            <pc:docMk/>
            <pc:sldMk cId="2564208647" sldId="269"/>
            <ac:spMk id="14" creationId="{2C61293E-6EBE-43EF-A52C-9BEBFD7679D4}"/>
          </ac:spMkLst>
        </pc:spChg>
        <pc:spChg chg="add">
          <ac:chgData name="MD SHAFKAT MANJUR DEEPTO" userId="a45eff1d-1b39-4660-b58c-604c0b71976f" providerId="ADAL" clId="{1915603C-EC05-4763-8517-61A0D55C0D26}" dt="2026-05-05T20:14:43.620" v="55" actId="26606"/>
          <ac:spMkLst>
            <pc:docMk/>
            <pc:sldMk cId="2564208647" sldId="269"/>
            <ac:spMk id="16" creationId="{3FCFB1DE-0B7E-48CC-BA90-B2AB0889F9D6}"/>
          </ac:spMkLst>
        </pc:spChg>
        <pc:picChg chg="add mod">
          <ac:chgData name="MD SHAFKAT MANJUR DEEPTO" userId="a45eff1d-1b39-4660-b58c-604c0b71976f" providerId="ADAL" clId="{1915603C-EC05-4763-8517-61A0D55C0D26}" dt="2026-05-05T20:14:43.620" v="55" actId="26606"/>
          <ac:picMkLst>
            <pc:docMk/>
            <pc:sldMk cId="2564208647" sldId="269"/>
            <ac:picMk id="5" creationId="{C8FC660E-2F48-3CFC-C8F5-89A7C768DB4C}"/>
          </ac:picMkLst>
        </pc:picChg>
      </pc:sldChg>
      <pc:sldChg chg="addSp delSp modSp new mod setBg">
        <pc:chgData name="MD SHAFKAT MANJUR DEEPTO" userId="a45eff1d-1b39-4660-b58c-604c0b71976f" providerId="ADAL" clId="{1915603C-EC05-4763-8517-61A0D55C0D26}" dt="2026-05-05T20:19:05.446" v="88" actId="255"/>
        <pc:sldMkLst>
          <pc:docMk/>
          <pc:sldMk cId="1727335763" sldId="270"/>
        </pc:sldMkLst>
        <pc:spChg chg="mod">
          <ac:chgData name="MD SHAFKAT MANJUR DEEPTO" userId="a45eff1d-1b39-4660-b58c-604c0b71976f" providerId="ADAL" clId="{1915603C-EC05-4763-8517-61A0D55C0D26}" dt="2026-05-05T20:19:05.446" v="88" actId="255"/>
          <ac:spMkLst>
            <pc:docMk/>
            <pc:sldMk cId="1727335763" sldId="270"/>
            <ac:spMk id="2" creationId="{6FF06C91-1DAE-42BC-BD21-4D9D819EC165}"/>
          </ac:spMkLst>
        </pc:spChg>
        <pc:spChg chg="add del mod">
          <ac:chgData name="MD SHAFKAT MANJUR DEEPTO" userId="a45eff1d-1b39-4660-b58c-604c0b71976f" providerId="ADAL" clId="{1915603C-EC05-4763-8517-61A0D55C0D26}" dt="2026-05-05T20:14:17.628" v="54" actId="26606"/>
          <ac:spMkLst>
            <pc:docMk/>
            <pc:sldMk cId="1727335763" sldId="270"/>
            <ac:spMk id="3" creationId="{FAA24105-A6BF-CC0F-1B2F-E9713E655BB2}"/>
          </ac:spMkLst>
        </pc:spChg>
        <pc:spChg chg="add del">
          <ac:chgData name="MD SHAFKAT MANJUR DEEPTO" userId="a45eff1d-1b39-4660-b58c-604c0b71976f" providerId="ADAL" clId="{1915603C-EC05-4763-8517-61A0D55C0D26}" dt="2026-05-05T20:14:11.430" v="47" actId="26606"/>
          <ac:spMkLst>
            <pc:docMk/>
            <pc:sldMk cId="1727335763" sldId="270"/>
            <ac:spMk id="9" creationId="{E51BA4DF-2BD4-4EC2-B1DB-B27C8AC71864}"/>
          </ac:spMkLst>
        </pc:spChg>
        <pc:spChg chg="add del">
          <ac:chgData name="MD SHAFKAT MANJUR DEEPTO" userId="a45eff1d-1b39-4660-b58c-604c0b71976f" providerId="ADAL" clId="{1915603C-EC05-4763-8517-61A0D55C0D26}" dt="2026-05-05T20:14:13.765" v="49" actId="26606"/>
          <ac:spMkLst>
            <pc:docMk/>
            <pc:sldMk cId="1727335763" sldId="270"/>
            <ac:spMk id="10" creationId="{E51BA4DF-2BD4-4EC2-B1DB-B27C8AC71864}"/>
          </ac:spMkLst>
        </pc:spChg>
        <pc:spChg chg="add del">
          <ac:chgData name="MD SHAFKAT MANJUR DEEPTO" userId="a45eff1d-1b39-4660-b58c-604c0b71976f" providerId="ADAL" clId="{1915603C-EC05-4763-8517-61A0D55C0D26}" dt="2026-05-05T20:14:15.325" v="51" actId="26606"/>
          <ac:spMkLst>
            <pc:docMk/>
            <pc:sldMk cId="1727335763" sldId="270"/>
            <ac:spMk id="12" creationId="{1D460C86-854F-4FB3-ABC2-E823D8FEB9DB}"/>
          </ac:spMkLst>
        </pc:spChg>
        <pc:spChg chg="add del">
          <ac:chgData name="MD SHAFKAT MANJUR DEEPTO" userId="a45eff1d-1b39-4660-b58c-604c0b71976f" providerId="ADAL" clId="{1915603C-EC05-4763-8517-61A0D55C0D26}" dt="2026-05-05T20:14:15.325" v="51" actId="26606"/>
          <ac:spMkLst>
            <pc:docMk/>
            <pc:sldMk cId="1727335763" sldId="270"/>
            <ac:spMk id="13" creationId="{DB304A14-32D0-4873-B914-423ED7B8DAFD}"/>
          </ac:spMkLst>
        </pc:spChg>
        <pc:spChg chg="add del">
          <ac:chgData name="MD SHAFKAT MANJUR DEEPTO" userId="a45eff1d-1b39-4660-b58c-604c0b71976f" providerId="ADAL" clId="{1915603C-EC05-4763-8517-61A0D55C0D26}" dt="2026-05-05T20:14:15.325" v="51" actId="26606"/>
          <ac:spMkLst>
            <pc:docMk/>
            <pc:sldMk cId="1727335763" sldId="270"/>
            <ac:spMk id="14" creationId="{BB48116A-278A-4CC5-89D3-9DE8E8FF1245}"/>
          </ac:spMkLst>
        </pc:spChg>
        <pc:spChg chg="add del">
          <ac:chgData name="MD SHAFKAT MANJUR DEEPTO" userId="a45eff1d-1b39-4660-b58c-604c0b71976f" providerId="ADAL" clId="{1915603C-EC05-4763-8517-61A0D55C0D26}" dt="2026-05-05T20:14:17.569" v="53" actId="26606"/>
          <ac:spMkLst>
            <pc:docMk/>
            <pc:sldMk cId="1727335763" sldId="270"/>
            <ac:spMk id="18" creationId="{2C61293E-6EBE-43EF-A52C-9BEBFD7679D4}"/>
          </ac:spMkLst>
        </pc:spChg>
        <pc:spChg chg="add del">
          <ac:chgData name="MD SHAFKAT MANJUR DEEPTO" userId="a45eff1d-1b39-4660-b58c-604c0b71976f" providerId="ADAL" clId="{1915603C-EC05-4763-8517-61A0D55C0D26}" dt="2026-05-05T20:14:17.569" v="53" actId="26606"/>
          <ac:spMkLst>
            <pc:docMk/>
            <pc:sldMk cId="1727335763" sldId="270"/>
            <ac:spMk id="20" creationId="{21540236-BFD5-4A9D-8840-4703E7F76825}"/>
          </ac:spMkLst>
        </pc:spChg>
        <pc:spChg chg="add del">
          <ac:chgData name="MD SHAFKAT MANJUR DEEPTO" userId="a45eff1d-1b39-4660-b58c-604c0b71976f" providerId="ADAL" clId="{1915603C-EC05-4763-8517-61A0D55C0D26}" dt="2026-05-05T20:14:17.569" v="53" actId="26606"/>
          <ac:spMkLst>
            <pc:docMk/>
            <pc:sldMk cId="1727335763" sldId="270"/>
            <ac:spMk id="21" creationId="{FAA24105-A6BF-CC0F-1B2F-E9713E655BB2}"/>
          </ac:spMkLst>
        </pc:spChg>
        <pc:spChg chg="add">
          <ac:chgData name="MD SHAFKAT MANJUR DEEPTO" userId="a45eff1d-1b39-4660-b58c-604c0b71976f" providerId="ADAL" clId="{1915603C-EC05-4763-8517-61A0D55C0D26}" dt="2026-05-05T20:14:17.628" v="54" actId="26606"/>
          <ac:spMkLst>
            <pc:docMk/>
            <pc:sldMk cId="1727335763" sldId="270"/>
            <ac:spMk id="23" creationId="{7517A47C-B2E5-4B79-8061-D74B1311AF6E}"/>
          </ac:spMkLst>
        </pc:spChg>
        <pc:spChg chg="add">
          <ac:chgData name="MD SHAFKAT MANJUR DEEPTO" userId="a45eff1d-1b39-4660-b58c-604c0b71976f" providerId="ADAL" clId="{1915603C-EC05-4763-8517-61A0D55C0D26}" dt="2026-05-05T20:14:17.628" v="54" actId="26606"/>
          <ac:spMkLst>
            <pc:docMk/>
            <pc:sldMk cId="1727335763" sldId="270"/>
            <ac:spMk id="24" creationId="{C505E780-2083-4CB5-A42A-5E0E2908ECC3}"/>
          </ac:spMkLst>
        </pc:spChg>
        <pc:spChg chg="add">
          <ac:chgData name="MD SHAFKAT MANJUR DEEPTO" userId="a45eff1d-1b39-4660-b58c-604c0b71976f" providerId="ADAL" clId="{1915603C-EC05-4763-8517-61A0D55C0D26}" dt="2026-05-05T20:14:17.628" v="54" actId="26606"/>
          <ac:spMkLst>
            <pc:docMk/>
            <pc:sldMk cId="1727335763" sldId="270"/>
            <ac:spMk id="25" creationId="{D2C0AE1C-0118-41AE-8A10-7CDCBF10E96F}"/>
          </ac:spMkLst>
        </pc:spChg>
        <pc:spChg chg="add">
          <ac:chgData name="MD SHAFKAT MANJUR DEEPTO" userId="a45eff1d-1b39-4660-b58c-604c0b71976f" providerId="ADAL" clId="{1915603C-EC05-4763-8517-61A0D55C0D26}" dt="2026-05-05T20:14:17.628" v="54" actId="26606"/>
          <ac:spMkLst>
            <pc:docMk/>
            <pc:sldMk cId="1727335763" sldId="270"/>
            <ac:spMk id="26" creationId="{463EEC44-1BA3-44ED-81FC-A644B04B2A44}"/>
          </ac:spMkLst>
        </pc:spChg>
        <pc:graphicFrameChg chg="add del">
          <ac:chgData name="MD SHAFKAT MANJUR DEEPTO" userId="a45eff1d-1b39-4660-b58c-604c0b71976f" providerId="ADAL" clId="{1915603C-EC05-4763-8517-61A0D55C0D26}" dt="2026-05-05T20:14:13.765" v="49" actId="26606"/>
          <ac:graphicFrameMkLst>
            <pc:docMk/>
            <pc:sldMk cId="1727335763" sldId="270"/>
            <ac:graphicFrameMk id="11" creationId="{4FD46732-89DA-1D26-BED6-C6F13CDDEF3C}"/>
          </ac:graphicFrameMkLst>
        </pc:graphicFrameChg>
        <pc:graphicFrameChg chg="add del">
          <ac:chgData name="MD SHAFKAT MANJUR DEEPTO" userId="a45eff1d-1b39-4660-b58c-604c0b71976f" providerId="ADAL" clId="{1915603C-EC05-4763-8517-61A0D55C0D26}" dt="2026-05-05T20:14:15.325" v="51" actId="26606"/>
          <ac:graphicFrameMkLst>
            <pc:docMk/>
            <pc:sldMk cId="1727335763" sldId="270"/>
            <ac:graphicFrameMk id="16" creationId="{26181AFF-DA2B-F96B-309A-32AD684F3D1E}"/>
          </ac:graphicFrameMkLst>
        </pc:graphicFrameChg>
        <pc:graphicFrameChg chg="add mod modGraphic">
          <ac:chgData name="MD SHAFKAT MANJUR DEEPTO" userId="a45eff1d-1b39-4660-b58c-604c0b71976f" providerId="ADAL" clId="{1915603C-EC05-4763-8517-61A0D55C0D26}" dt="2026-05-05T20:16:19.563" v="69" actId="255"/>
          <ac:graphicFrameMkLst>
            <pc:docMk/>
            <pc:sldMk cId="1727335763" sldId="270"/>
            <ac:graphicFrameMk id="27" creationId="{4B80545F-2523-508E-04F4-3B76C6B9BC9A}"/>
          </ac:graphicFrameMkLst>
        </pc:graphicFrameChg>
        <pc:picChg chg="add del">
          <ac:chgData name="MD SHAFKAT MANJUR DEEPTO" userId="a45eff1d-1b39-4660-b58c-604c0b71976f" providerId="ADAL" clId="{1915603C-EC05-4763-8517-61A0D55C0D26}" dt="2026-05-05T20:14:11.430" v="47" actId="26606"/>
          <ac:picMkLst>
            <pc:docMk/>
            <pc:sldMk cId="1727335763" sldId="270"/>
            <ac:picMk id="5" creationId="{B3527689-34B4-43CF-5156-80315835FE07}"/>
          </ac:picMkLst>
        </pc:picChg>
        <pc:picChg chg="add del">
          <ac:chgData name="MD SHAFKAT MANJUR DEEPTO" userId="a45eff1d-1b39-4660-b58c-604c0b71976f" providerId="ADAL" clId="{1915603C-EC05-4763-8517-61A0D55C0D26}" dt="2026-05-05T20:14:13.765" v="49" actId="26606"/>
          <ac:picMkLst>
            <pc:docMk/>
            <pc:sldMk cId="1727335763" sldId="270"/>
            <ac:picMk id="6" creationId="{8D9E611A-12E8-F085-1FD2-EF9B6A7FCA9A}"/>
          </ac:picMkLst>
        </pc:picChg>
        <pc:picChg chg="add del">
          <ac:chgData name="MD SHAFKAT MANJUR DEEPTO" userId="a45eff1d-1b39-4660-b58c-604c0b71976f" providerId="ADAL" clId="{1915603C-EC05-4763-8517-61A0D55C0D26}" dt="2026-05-05T20:14:15.325" v="51" actId="26606"/>
          <ac:picMkLst>
            <pc:docMk/>
            <pc:sldMk cId="1727335763" sldId="270"/>
            <ac:picMk id="15" creationId="{8BF3C2C6-06F5-6293-A159-6FE2990480E7}"/>
          </ac:picMkLst>
        </pc:picChg>
        <pc:picChg chg="add del">
          <ac:chgData name="MD SHAFKAT MANJUR DEEPTO" userId="a45eff1d-1b39-4660-b58c-604c0b71976f" providerId="ADAL" clId="{1915603C-EC05-4763-8517-61A0D55C0D26}" dt="2026-05-05T20:14:17.569" v="53" actId="26606"/>
          <ac:picMkLst>
            <pc:docMk/>
            <pc:sldMk cId="1727335763" sldId="270"/>
            <ac:picMk id="19" creationId="{6D190634-F20E-A408-7C68-FD311E451E6E}"/>
          </ac:picMkLst>
        </pc:picChg>
      </pc:sldChg>
      <pc:sldChg chg="addSp delSp modSp new mod setBg">
        <pc:chgData name="MD SHAFKAT MANJUR DEEPTO" userId="a45eff1d-1b39-4660-b58c-604c0b71976f" providerId="ADAL" clId="{1915603C-EC05-4763-8517-61A0D55C0D26}" dt="2026-05-05T20:19:30.284" v="93" actId="255"/>
        <pc:sldMkLst>
          <pc:docMk/>
          <pc:sldMk cId="1698935499" sldId="271"/>
        </pc:sldMkLst>
        <pc:spChg chg="mod">
          <ac:chgData name="MD SHAFKAT MANJUR DEEPTO" userId="a45eff1d-1b39-4660-b58c-604c0b71976f" providerId="ADAL" clId="{1915603C-EC05-4763-8517-61A0D55C0D26}" dt="2026-05-05T20:19:00.037" v="87" actId="255"/>
          <ac:spMkLst>
            <pc:docMk/>
            <pc:sldMk cId="1698935499" sldId="271"/>
            <ac:spMk id="2" creationId="{4D2888C5-2348-AF1F-BD52-77FC77699D96}"/>
          </ac:spMkLst>
        </pc:spChg>
        <pc:spChg chg="del mod">
          <ac:chgData name="MD SHAFKAT MANJUR DEEPTO" userId="a45eff1d-1b39-4660-b58c-604c0b71976f" providerId="ADAL" clId="{1915603C-EC05-4763-8517-61A0D55C0D26}" dt="2026-05-05T20:18:26.042" v="79" actId="26606"/>
          <ac:spMkLst>
            <pc:docMk/>
            <pc:sldMk cId="1698935499" sldId="271"/>
            <ac:spMk id="3" creationId="{8F9C790B-C93B-9558-D05C-B34AC76F7A38}"/>
          </ac:spMkLst>
        </pc:spChg>
        <pc:spChg chg="add">
          <ac:chgData name="MD SHAFKAT MANJUR DEEPTO" userId="a45eff1d-1b39-4660-b58c-604c0b71976f" providerId="ADAL" clId="{1915603C-EC05-4763-8517-61A0D55C0D26}" dt="2026-05-05T20:18:26.042" v="79" actId="26606"/>
          <ac:spMkLst>
            <pc:docMk/>
            <pc:sldMk cId="1698935499" sldId="271"/>
            <ac:spMk id="9" creationId="{7517A47C-B2E5-4B79-8061-D74B1311AF6E}"/>
          </ac:spMkLst>
        </pc:spChg>
        <pc:spChg chg="add">
          <ac:chgData name="MD SHAFKAT MANJUR DEEPTO" userId="a45eff1d-1b39-4660-b58c-604c0b71976f" providerId="ADAL" clId="{1915603C-EC05-4763-8517-61A0D55C0D26}" dt="2026-05-05T20:18:26.042" v="79" actId="26606"/>
          <ac:spMkLst>
            <pc:docMk/>
            <pc:sldMk cId="1698935499" sldId="271"/>
            <ac:spMk id="11" creationId="{C505E780-2083-4CB5-A42A-5E0E2908ECC3}"/>
          </ac:spMkLst>
        </pc:spChg>
        <pc:spChg chg="add">
          <ac:chgData name="MD SHAFKAT MANJUR DEEPTO" userId="a45eff1d-1b39-4660-b58c-604c0b71976f" providerId="ADAL" clId="{1915603C-EC05-4763-8517-61A0D55C0D26}" dt="2026-05-05T20:18:26.042" v="79" actId="26606"/>
          <ac:spMkLst>
            <pc:docMk/>
            <pc:sldMk cId="1698935499" sldId="271"/>
            <ac:spMk id="13" creationId="{D2C0AE1C-0118-41AE-8A10-7CDCBF10E96F}"/>
          </ac:spMkLst>
        </pc:spChg>
        <pc:spChg chg="add">
          <ac:chgData name="MD SHAFKAT MANJUR DEEPTO" userId="a45eff1d-1b39-4660-b58c-604c0b71976f" providerId="ADAL" clId="{1915603C-EC05-4763-8517-61A0D55C0D26}" dt="2026-05-05T20:18:26.042" v="79" actId="26606"/>
          <ac:spMkLst>
            <pc:docMk/>
            <pc:sldMk cId="1698935499" sldId="271"/>
            <ac:spMk id="15" creationId="{463EEC44-1BA3-44ED-81FC-A644B04B2A44}"/>
          </ac:spMkLst>
        </pc:spChg>
        <pc:graphicFrameChg chg="add mod modGraphic">
          <ac:chgData name="MD SHAFKAT MANJUR DEEPTO" userId="a45eff1d-1b39-4660-b58c-604c0b71976f" providerId="ADAL" clId="{1915603C-EC05-4763-8517-61A0D55C0D26}" dt="2026-05-05T20:19:30.284" v="93" actId="255"/>
          <ac:graphicFrameMkLst>
            <pc:docMk/>
            <pc:sldMk cId="1698935499" sldId="271"/>
            <ac:graphicFrameMk id="5" creationId="{79176BD0-2168-4F04-64CB-E7174CB5E765}"/>
          </ac:graphicFrameMkLst>
        </pc:graphicFrameChg>
      </pc:sldChg>
      <pc:sldChg chg="addSp delSp modSp new mod setBg">
        <pc:chgData name="MD SHAFKAT MANJUR DEEPTO" userId="a45eff1d-1b39-4660-b58c-604c0b71976f" providerId="ADAL" clId="{1915603C-EC05-4763-8517-61A0D55C0D26}" dt="2026-05-05T20:58:32.529" v="292" actId="313"/>
        <pc:sldMkLst>
          <pc:docMk/>
          <pc:sldMk cId="1847299817" sldId="272"/>
        </pc:sldMkLst>
        <pc:spChg chg="mod">
          <ac:chgData name="MD SHAFKAT MANJUR DEEPTO" userId="a45eff1d-1b39-4660-b58c-604c0b71976f" providerId="ADAL" clId="{1915603C-EC05-4763-8517-61A0D55C0D26}" dt="2026-05-05T20:42:50.550" v="118" actId="255"/>
          <ac:spMkLst>
            <pc:docMk/>
            <pc:sldMk cId="1847299817" sldId="272"/>
            <ac:spMk id="2" creationId="{CD3CF001-3D8B-6658-7D52-158B6C0DE654}"/>
          </ac:spMkLst>
        </pc:spChg>
        <pc:spChg chg="del">
          <ac:chgData name="MD SHAFKAT MANJUR DEEPTO" userId="a45eff1d-1b39-4660-b58c-604c0b71976f" providerId="ADAL" clId="{1915603C-EC05-4763-8517-61A0D55C0D26}" dt="2026-05-05T20:35:18.249" v="96" actId="1957"/>
          <ac:spMkLst>
            <pc:docMk/>
            <pc:sldMk cId="1847299817" sldId="272"/>
            <ac:spMk id="3" creationId="{5B8FE868-6968-0B7A-6406-8E84EAB0B9F5}"/>
          </ac:spMkLst>
        </pc:spChg>
        <pc:spChg chg="add mod">
          <ac:chgData name="MD SHAFKAT MANJUR DEEPTO" userId="a45eff1d-1b39-4660-b58c-604c0b71976f" providerId="ADAL" clId="{1915603C-EC05-4763-8517-61A0D55C0D26}" dt="2026-05-05T20:58:32.529" v="292" actId="313"/>
          <ac:spMkLst>
            <pc:docMk/>
            <pc:sldMk cId="1847299817" sldId="272"/>
            <ac:spMk id="7" creationId="{A36CE295-AF6D-331F-89C8-F67DCFE96674}"/>
          </ac:spMkLst>
        </pc:spChg>
        <pc:spChg chg="add">
          <ac:chgData name="MD SHAFKAT MANJUR DEEPTO" userId="a45eff1d-1b39-4660-b58c-604c0b71976f" providerId="ADAL" clId="{1915603C-EC05-4763-8517-61A0D55C0D26}" dt="2026-05-05T20:42:38.421" v="117" actId="26606"/>
          <ac:spMkLst>
            <pc:docMk/>
            <pc:sldMk cId="1847299817" sldId="272"/>
            <ac:spMk id="11" creationId="{7517A47C-B2E5-4B79-8061-D74B1311AF6E}"/>
          </ac:spMkLst>
        </pc:spChg>
        <pc:spChg chg="add">
          <ac:chgData name="MD SHAFKAT MANJUR DEEPTO" userId="a45eff1d-1b39-4660-b58c-604c0b71976f" providerId="ADAL" clId="{1915603C-EC05-4763-8517-61A0D55C0D26}" dt="2026-05-05T20:42:38.421" v="117" actId="26606"/>
          <ac:spMkLst>
            <pc:docMk/>
            <pc:sldMk cId="1847299817" sldId="272"/>
            <ac:spMk id="13" creationId="{C505E780-2083-4CB5-A42A-5E0E2908ECC3}"/>
          </ac:spMkLst>
        </pc:spChg>
        <pc:spChg chg="add">
          <ac:chgData name="MD SHAFKAT MANJUR DEEPTO" userId="a45eff1d-1b39-4660-b58c-604c0b71976f" providerId="ADAL" clId="{1915603C-EC05-4763-8517-61A0D55C0D26}" dt="2026-05-05T20:42:38.421" v="117" actId="26606"/>
          <ac:spMkLst>
            <pc:docMk/>
            <pc:sldMk cId="1847299817" sldId="272"/>
            <ac:spMk id="15" creationId="{D2C0AE1C-0118-41AE-8A10-7CDCBF10E96F}"/>
          </ac:spMkLst>
        </pc:spChg>
        <pc:spChg chg="add">
          <ac:chgData name="MD SHAFKAT MANJUR DEEPTO" userId="a45eff1d-1b39-4660-b58c-604c0b71976f" providerId="ADAL" clId="{1915603C-EC05-4763-8517-61A0D55C0D26}" dt="2026-05-05T20:42:38.421" v="117" actId="26606"/>
          <ac:spMkLst>
            <pc:docMk/>
            <pc:sldMk cId="1847299817" sldId="272"/>
            <ac:spMk id="17" creationId="{463EEC44-1BA3-44ED-81FC-A644B04B2A44}"/>
          </ac:spMkLst>
        </pc:spChg>
        <pc:graphicFrameChg chg="add mod">
          <ac:chgData name="MD SHAFKAT MANJUR DEEPTO" userId="a45eff1d-1b39-4660-b58c-604c0b71976f" providerId="ADAL" clId="{1915603C-EC05-4763-8517-61A0D55C0D26}" dt="2026-05-05T20:49:25.530" v="240" actId="403"/>
          <ac:graphicFrameMkLst>
            <pc:docMk/>
            <pc:sldMk cId="1847299817" sldId="272"/>
            <ac:graphicFrameMk id="6" creationId="{658B9956-2BDD-E93A-6841-CECE3D16398F}"/>
          </ac:graphicFrameMkLst>
        </pc:graphicFrameChg>
      </pc:sldChg>
      <pc:sldChg chg="addSp delSp modSp new mod">
        <pc:chgData name="MD SHAFKAT MANJUR DEEPTO" userId="a45eff1d-1b39-4660-b58c-604c0b71976f" providerId="ADAL" clId="{1915603C-EC05-4763-8517-61A0D55C0D26}" dt="2026-05-05T21:02:29.987" v="319" actId="1076"/>
        <pc:sldMkLst>
          <pc:docMk/>
          <pc:sldMk cId="3236052370" sldId="274"/>
        </pc:sldMkLst>
        <pc:spChg chg="mod">
          <ac:chgData name="MD SHAFKAT MANJUR DEEPTO" userId="a45eff1d-1b39-4660-b58c-604c0b71976f" providerId="ADAL" clId="{1915603C-EC05-4763-8517-61A0D55C0D26}" dt="2026-05-05T21:02:29.987" v="319" actId="1076"/>
          <ac:spMkLst>
            <pc:docMk/>
            <pc:sldMk cId="3236052370" sldId="274"/>
            <ac:spMk id="2" creationId="{9C54EA87-4120-D5F0-DAF3-17CBBBBC7A7E}"/>
          </ac:spMkLst>
        </pc:spChg>
        <pc:spChg chg="del">
          <ac:chgData name="MD SHAFKAT MANJUR DEEPTO" userId="a45eff1d-1b39-4660-b58c-604c0b71976f" providerId="ADAL" clId="{1915603C-EC05-4763-8517-61A0D55C0D26}" dt="2026-05-05T20:52:11.075" v="243" actId="1957"/>
          <ac:spMkLst>
            <pc:docMk/>
            <pc:sldMk cId="3236052370" sldId="274"/>
            <ac:spMk id="3" creationId="{D0DEB317-59C7-5E66-A26B-2D4B169C6233}"/>
          </ac:spMkLst>
        </pc:spChg>
        <pc:spChg chg="add del mod">
          <ac:chgData name="MD SHAFKAT MANJUR DEEPTO" userId="a45eff1d-1b39-4660-b58c-604c0b71976f" providerId="ADAL" clId="{1915603C-EC05-4763-8517-61A0D55C0D26}" dt="2026-05-05T20:53:48.483" v="249" actId="478"/>
          <ac:spMkLst>
            <pc:docMk/>
            <pc:sldMk cId="3236052370" sldId="274"/>
            <ac:spMk id="8" creationId="{1B4C9497-1060-F0B4-5C90-27DE9B9A42BE}"/>
          </ac:spMkLst>
        </pc:spChg>
        <pc:spChg chg="add del mod">
          <ac:chgData name="MD SHAFKAT MANJUR DEEPTO" userId="a45eff1d-1b39-4660-b58c-604c0b71976f" providerId="ADAL" clId="{1915603C-EC05-4763-8517-61A0D55C0D26}" dt="2026-05-05T20:57:47.617" v="272"/>
          <ac:spMkLst>
            <pc:docMk/>
            <pc:sldMk cId="3236052370" sldId="274"/>
            <ac:spMk id="9" creationId="{B21BFF1D-7ACA-AC1B-1C9F-AFECD622B1FF}"/>
          </ac:spMkLst>
        </pc:spChg>
        <pc:spChg chg="add del mod">
          <ac:chgData name="MD SHAFKAT MANJUR DEEPTO" userId="a45eff1d-1b39-4660-b58c-604c0b71976f" providerId="ADAL" clId="{1915603C-EC05-4763-8517-61A0D55C0D26}" dt="2026-05-05T21:00:59.956" v="316" actId="403"/>
          <ac:spMkLst>
            <pc:docMk/>
            <pc:sldMk cId="3236052370" sldId="274"/>
            <ac:spMk id="10" creationId="{AAF5C9CF-C60A-3008-EA9B-7978CBA4A53E}"/>
          </ac:spMkLst>
        </pc:spChg>
        <pc:graphicFrameChg chg="add del mod">
          <ac:chgData name="MD SHAFKAT MANJUR DEEPTO" userId="a45eff1d-1b39-4660-b58c-604c0b71976f" providerId="ADAL" clId="{1915603C-EC05-4763-8517-61A0D55C0D26}" dt="2026-05-05T21:01:06.364" v="317" actId="1076"/>
          <ac:graphicFrameMkLst>
            <pc:docMk/>
            <pc:sldMk cId="3236052370" sldId="274"/>
            <ac:graphicFrameMk id="6" creationId="{2A17A222-E00E-93E1-A029-5E78F7FF6313}"/>
          </ac:graphicFrameMkLst>
        </pc:graphicFrameChg>
        <pc:picChg chg="add">
          <ac:chgData name="MD SHAFKAT MANJUR DEEPTO" userId="a45eff1d-1b39-4660-b58c-604c0b71976f" providerId="ADAL" clId="{1915603C-EC05-4763-8517-61A0D55C0D26}" dt="2026-05-05T20:53:40.331" v="248"/>
          <ac:picMkLst>
            <pc:docMk/>
            <pc:sldMk cId="3236052370" sldId="274"/>
            <ac:picMk id="1026" creationId="{A78FC4B2-85F0-F19E-5DA5-419912C997A9}"/>
          </ac:picMkLst>
        </pc:picChg>
      </pc:sldChg>
      <pc:sldChg chg="addSp delSp modSp new mod">
        <pc:chgData name="MD SHAFKAT MANJUR DEEPTO" userId="a45eff1d-1b39-4660-b58c-604c0b71976f" providerId="ADAL" clId="{1915603C-EC05-4763-8517-61A0D55C0D26}" dt="2026-05-05T21:13:56.241" v="452" actId="27918"/>
        <pc:sldMkLst>
          <pc:docMk/>
          <pc:sldMk cId="3883233760" sldId="275"/>
        </pc:sldMkLst>
        <pc:spChg chg="mod">
          <ac:chgData name="MD SHAFKAT MANJUR DEEPTO" userId="a45eff1d-1b39-4660-b58c-604c0b71976f" providerId="ADAL" clId="{1915603C-EC05-4763-8517-61A0D55C0D26}" dt="2026-05-05T21:11:19.125" v="425" actId="1076"/>
          <ac:spMkLst>
            <pc:docMk/>
            <pc:sldMk cId="3883233760" sldId="275"/>
            <ac:spMk id="2" creationId="{7D86CC5C-29D2-1759-5050-BF01547F56B3}"/>
          </ac:spMkLst>
        </pc:spChg>
        <pc:spChg chg="add del">
          <ac:chgData name="MD SHAFKAT MANJUR DEEPTO" userId="a45eff1d-1b39-4660-b58c-604c0b71976f" providerId="ADAL" clId="{1915603C-EC05-4763-8517-61A0D55C0D26}" dt="2026-05-05T21:03:47.684" v="326" actId="1957"/>
          <ac:spMkLst>
            <pc:docMk/>
            <pc:sldMk cId="3883233760" sldId="275"/>
            <ac:spMk id="3" creationId="{930E2B2B-FCA1-91F5-F74E-27B5EF36AE62}"/>
          </ac:spMkLst>
        </pc:spChg>
        <pc:spChg chg="add mod">
          <ac:chgData name="MD SHAFKAT MANJUR DEEPTO" userId="a45eff1d-1b39-4660-b58c-604c0b71976f" providerId="ADAL" clId="{1915603C-EC05-4763-8517-61A0D55C0D26}" dt="2026-05-05T21:13:23.740" v="444" actId="1076"/>
          <ac:spMkLst>
            <pc:docMk/>
            <pc:sldMk cId="3883233760" sldId="275"/>
            <ac:spMk id="12" creationId="{D9F905A1-3737-2A25-9019-F301B1E5D72E}"/>
          </ac:spMkLst>
        </pc:spChg>
        <pc:spChg chg="add mod">
          <ac:chgData name="MD SHAFKAT MANJUR DEEPTO" userId="a45eff1d-1b39-4660-b58c-604c0b71976f" providerId="ADAL" clId="{1915603C-EC05-4763-8517-61A0D55C0D26}" dt="2026-05-05T21:13:17.175" v="443" actId="403"/>
          <ac:spMkLst>
            <pc:docMk/>
            <pc:sldMk cId="3883233760" sldId="275"/>
            <ac:spMk id="13" creationId="{CE0B22E3-C268-A9AB-4AD9-E764F99531B6}"/>
          </ac:spMkLst>
        </pc:spChg>
        <pc:graphicFrameChg chg="add mod">
          <ac:chgData name="MD SHAFKAT MANJUR DEEPTO" userId="a45eff1d-1b39-4660-b58c-604c0b71976f" providerId="ADAL" clId="{1915603C-EC05-4763-8517-61A0D55C0D26}" dt="2026-05-05T21:13:53.630" v="451"/>
          <ac:graphicFrameMkLst>
            <pc:docMk/>
            <pc:sldMk cId="3883233760" sldId="275"/>
            <ac:graphicFrameMk id="8" creationId="{9114ACCC-1609-A90C-1032-FEE5BC20783B}"/>
          </ac:graphicFrameMkLst>
        </pc:graphicFrameChg>
        <pc:graphicFrameChg chg="add mod">
          <ac:chgData name="MD SHAFKAT MANJUR DEEPTO" userId="a45eff1d-1b39-4660-b58c-604c0b71976f" providerId="ADAL" clId="{1915603C-EC05-4763-8517-61A0D55C0D26}" dt="2026-05-05T21:12:24.190" v="438" actId="403"/>
          <ac:graphicFrameMkLst>
            <pc:docMk/>
            <pc:sldMk cId="3883233760" sldId="275"/>
            <ac:graphicFrameMk id="11" creationId="{30619A28-CFF1-2642-6853-A93B59274288}"/>
          </ac:graphicFrameMkLst>
        </pc:graphicFrameChg>
        <pc:picChg chg="add mod">
          <ac:chgData name="MD SHAFKAT MANJUR DEEPTO" userId="a45eff1d-1b39-4660-b58c-604c0b71976f" providerId="ADAL" clId="{1915603C-EC05-4763-8517-61A0D55C0D26}" dt="2026-05-05T21:03:35.454" v="323"/>
          <ac:picMkLst>
            <pc:docMk/>
            <pc:sldMk cId="3883233760" sldId="275"/>
            <ac:picMk id="2050" creationId="{07821C6D-3177-BC60-588E-A1CD8EC135E5}"/>
          </ac:picMkLst>
        </pc:picChg>
      </pc:sldChg>
    </pc:docChg>
  </pc:docChgLst>
  <pc:docChgLst>
    <pc:chgData name="Guest User" userId="S::urn:spo:tenantanon#5f86736b-ef43-4992-9624-06dc6eeaf097::" providerId="AD" clId="Web-{C874052A-4060-13A4-486E-E04332F438F0}"/>
    <pc:docChg chg="modSld">
      <pc:chgData name="Guest User" userId="S::urn:spo:tenantanon#5f86736b-ef43-4992-9624-06dc6eeaf097::" providerId="AD" clId="Web-{C874052A-4060-13A4-486E-E04332F438F0}" dt="2026-05-05T16:19:21.571" v="1" actId="14100"/>
      <pc:docMkLst>
        <pc:docMk/>
      </pc:docMkLst>
      <pc:sldChg chg="modSp">
        <pc:chgData name="Guest User" userId="S::urn:spo:tenantanon#5f86736b-ef43-4992-9624-06dc6eeaf097::" providerId="AD" clId="Web-{C874052A-4060-13A4-486E-E04332F438F0}" dt="2026-05-05T16:19:21.571" v="1" actId="14100"/>
        <pc:sldMkLst>
          <pc:docMk/>
          <pc:sldMk cId="3337473174" sldId="259"/>
        </pc:sldMkLst>
        <pc:spChg chg="mod">
          <ac:chgData name="Guest User" userId="S::urn:spo:tenantanon#5f86736b-ef43-4992-9624-06dc6eeaf097::" providerId="AD" clId="Web-{C874052A-4060-13A4-486E-E04332F438F0}" dt="2026-05-05T16:19:21.571" v="1" actId="14100"/>
          <ac:spMkLst>
            <pc:docMk/>
            <pc:sldMk cId="3337473174" sldId="259"/>
            <ac:spMk id="11" creationId="{2858A6CC-5E8A-4793-5C62-80C4AFB37844}"/>
          </ac:spMkLst>
        </pc:spChg>
        <pc:spChg chg="mod">
          <ac:chgData name="Guest User" userId="S::urn:spo:tenantanon#5f86736b-ef43-4992-9624-06dc6eeaf097::" providerId="AD" clId="Web-{C874052A-4060-13A4-486E-E04332F438F0}" dt="2026-05-05T16:15:46.825" v="0" actId="14100"/>
          <ac:spMkLst>
            <pc:docMk/>
            <pc:sldMk cId="3337473174" sldId="259"/>
            <ac:spMk id="16" creationId="{9DD875BF-A3AD-C6D0-DCBF-F5BF4C0F964C}"/>
          </ac:spMkLst>
        </pc:spChg>
      </pc:sldChg>
    </pc:docChg>
  </pc:docChgLst>
  <pc:docChgLst>
    <pc:chgData name="SUBRATH TARAFDAR" userId="a5918cc4-ce82-40cb-b9b5-dda911b6d753" providerId="ADAL" clId="{241F84E2-B6AB-450F-97BD-9E4045A28C22}"/>
    <pc:docChg chg="undo custSel addSld delSld modSld sldOrd">
      <pc:chgData name="SUBRATH TARAFDAR" userId="a5918cc4-ce82-40cb-b9b5-dda911b6d753" providerId="ADAL" clId="{241F84E2-B6AB-450F-97BD-9E4045A28C22}" dt="2026-05-06T00:33:08.855" v="1177" actId="12269"/>
      <pc:docMkLst>
        <pc:docMk/>
      </pc:docMkLst>
      <pc:sldChg chg="addSp delSp modSp del mod">
        <pc:chgData name="SUBRATH TARAFDAR" userId="a5918cc4-ce82-40cb-b9b5-dda911b6d753" providerId="ADAL" clId="{241F84E2-B6AB-450F-97BD-9E4045A28C22}" dt="2026-05-06T00:06:31.415" v="798" actId="47"/>
        <pc:sldMkLst>
          <pc:docMk/>
          <pc:sldMk cId="1055521164" sldId="256"/>
        </pc:sldMkLst>
        <pc:spChg chg="mod">
          <ac:chgData name="SUBRATH TARAFDAR" userId="a5918cc4-ce82-40cb-b9b5-dda911b6d753" providerId="ADAL" clId="{241F84E2-B6AB-450F-97BD-9E4045A28C22}" dt="2026-05-05T23:59:46.736" v="758" actId="1076"/>
          <ac:spMkLst>
            <pc:docMk/>
            <pc:sldMk cId="1055521164" sldId="256"/>
            <ac:spMk id="3" creationId="{31D516AF-C37C-9135-4D52-38F0A6DE3C9E}"/>
          </ac:spMkLst>
        </pc:spChg>
        <pc:spChg chg="mod">
          <ac:chgData name="SUBRATH TARAFDAR" userId="a5918cc4-ce82-40cb-b9b5-dda911b6d753" providerId="ADAL" clId="{241F84E2-B6AB-450F-97BD-9E4045A28C22}" dt="2026-05-05T15:58:31.862" v="5" actId="14100"/>
          <ac:spMkLst>
            <pc:docMk/>
            <pc:sldMk cId="1055521164" sldId="256"/>
            <ac:spMk id="10" creationId="{FAB1ACC5-EC22-3476-4997-FFD01EBA6435}"/>
          </ac:spMkLst>
        </pc:spChg>
        <pc:spChg chg="mod">
          <ac:chgData name="SUBRATH TARAFDAR" userId="a5918cc4-ce82-40cb-b9b5-dda911b6d753" providerId="ADAL" clId="{241F84E2-B6AB-450F-97BD-9E4045A28C22}" dt="2026-05-05T23:59:41.121" v="757" actId="1076"/>
          <ac:spMkLst>
            <pc:docMk/>
            <pc:sldMk cId="1055521164" sldId="256"/>
            <ac:spMk id="12" creationId="{3E7539CA-1AFE-D0B6-CF2E-13F65A5D3F16}"/>
          </ac:spMkLst>
        </pc:spChg>
        <pc:spChg chg="mod">
          <ac:chgData name="SUBRATH TARAFDAR" userId="a5918cc4-ce82-40cb-b9b5-dda911b6d753" providerId="ADAL" clId="{241F84E2-B6AB-450F-97BD-9E4045A28C22}" dt="2026-05-06T00:00:04.419" v="762" actId="14100"/>
          <ac:spMkLst>
            <pc:docMk/>
            <pc:sldMk cId="1055521164" sldId="256"/>
            <ac:spMk id="13" creationId="{1B5D1D08-081D-587E-63E6-182C8F066157}"/>
          </ac:spMkLst>
        </pc:spChg>
        <pc:spChg chg="add del mod">
          <ac:chgData name="SUBRATH TARAFDAR" userId="a5918cc4-ce82-40cb-b9b5-dda911b6d753" providerId="ADAL" clId="{241F84E2-B6AB-450F-97BD-9E4045A28C22}" dt="2026-05-05T16:01:35.536" v="25" actId="478"/>
          <ac:spMkLst>
            <pc:docMk/>
            <pc:sldMk cId="1055521164" sldId="256"/>
            <ac:spMk id="14" creationId="{B8F2922B-9289-BA08-B807-EA62E545383A}"/>
          </ac:spMkLst>
        </pc:spChg>
        <pc:spChg chg="add del mod">
          <ac:chgData name="SUBRATH TARAFDAR" userId="a5918cc4-ce82-40cb-b9b5-dda911b6d753" providerId="ADAL" clId="{241F84E2-B6AB-450F-97BD-9E4045A28C22}" dt="2026-05-05T16:01:35.536" v="25" actId="478"/>
          <ac:spMkLst>
            <pc:docMk/>
            <pc:sldMk cId="1055521164" sldId="256"/>
            <ac:spMk id="15" creationId="{0B923F29-EBC9-9B3E-D92E-80905BC6515D}"/>
          </ac:spMkLst>
        </pc:spChg>
        <pc:picChg chg="mod">
          <ac:chgData name="SUBRATH TARAFDAR" userId="a5918cc4-ce82-40cb-b9b5-dda911b6d753" providerId="ADAL" clId="{241F84E2-B6AB-450F-97BD-9E4045A28C22}" dt="2026-05-05T15:58:35.062" v="6" actId="14100"/>
          <ac:picMkLst>
            <pc:docMk/>
            <pc:sldMk cId="1055521164" sldId="256"/>
            <ac:picMk id="11" creationId="{CA88511C-54E2-B250-8557-5E4F16566C9D}"/>
          </ac:picMkLst>
        </pc:picChg>
      </pc:sldChg>
      <pc:sldChg chg="addSp delSp modSp mod setBg">
        <pc:chgData name="SUBRATH TARAFDAR" userId="a5918cc4-ce82-40cb-b9b5-dda911b6d753" providerId="ADAL" clId="{241F84E2-B6AB-450F-97BD-9E4045A28C22}" dt="2026-05-06T00:32:19.266" v="1174" actId="120"/>
        <pc:sldMkLst>
          <pc:docMk/>
          <pc:sldMk cId="4012614728" sldId="257"/>
        </pc:sldMkLst>
        <pc:spChg chg="del mod">
          <ac:chgData name="SUBRATH TARAFDAR" userId="a5918cc4-ce82-40cb-b9b5-dda911b6d753" providerId="ADAL" clId="{241F84E2-B6AB-450F-97BD-9E4045A28C22}" dt="2026-05-06T00:06:42.587" v="799" actId="478"/>
          <ac:spMkLst>
            <pc:docMk/>
            <pc:sldMk cId="4012614728" sldId="257"/>
            <ac:spMk id="3" creationId="{58E4347A-519B-69B9-74DB-6121217E4D65}"/>
          </ac:spMkLst>
        </pc:spChg>
        <pc:spChg chg="mod">
          <ac:chgData name="SUBRATH TARAFDAR" userId="a5918cc4-ce82-40cb-b9b5-dda911b6d753" providerId="ADAL" clId="{241F84E2-B6AB-450F-97BD-9E4045A28C22}" dt="2026-05-05T16:34:32.829" v="369" actId="255"/>
          <ac:spMkLst>
            <pc:docMk/>
            <pc:sldMk cId="4012614728" sldId="257"/>
            <ac:spMk id="4" creationId="{04AFB4CC-A0AA-D93E-BFC3-B31FB4E25E0D}"/>
          </ac:spMkLst>
        </pc:spChg>
        <pc:spChg chg="mod">
          <ac:chgData name="SUBRATH TARAFDAR" userId="a5918cc4-ce82-40cb-b9b5-dda911b6d753" providerId="ADAL" clId="{241F84E2-B6AB-450F-97BD-9E4045A28C22}" dt="2026-05-06T00:13:11.179" v="905" actId="1037"/>
          <ac:spMkLst>
            <pc:docMk/>
            <pc:sldMk cId="4012614728" sldId="257"/>
            <ac:spMk id="5" creationId="{4C63D1A7-73AA-819D-B6DB-E26938C50AB1}"/>
          </ac:spMkLst>
        </pc:spChg>
        <pc:spChg chg="mod ord">
          <ac:chgData name="SUBRATH TARAFDAR" userId="a5918cc4-ce82-40cb-b9b5-dda911b6d753" providerId="ADAL" clId="{241F84E2-B6AB-450F-97BD-9E4045A28C22}" dt="2026-05-06T00:32:19.266" v="1174" actId="120"/>
          <ac:spMkLst>
            <pc:docMk/>
            <pc:sldMk cId="4012614728" sldId="257"/>
            <ac:spMk id="7" creationId="{E29456C2-B19E-C380-5763-B42529311E81}"/>
          </ac:spMkLst>
        </pc:spChg>
        <pc:spChg chg="del mod">
          <ac:chgData name="SUBRATH TARAFDAR" userId="a5918cc4-ce82-40cb-b9b5-dda911b6d753" providerId="ADAL" clId="{241F84E2-B6AB-450F-97BD-9E4045A28C22}" dt="2026-05-05T23:58:49.802" v="752" actId="478"/>
          <ac:spMkLst>
            <pc:docMk/>
            <pc:sldMk cId="4012614728" sldId="257"/>
            <ac:spMk id="8" creationId="{94C97DA0-C8CB-5492-E2B7-2C1C3BFFEDAF}"/>
          </ac:spMkLst>
        </pc:spChg>
        <pc:spChg chg="del mod">
          <ac:chgData name="SUBRATH TARAFDAR" userId="a5918cc4-ce82-40cb-b9b5-dda911b6d753" providerId="ADAL" clId="{241F84E2-B6AB-450F-97BD-9E4045A28C22}" dt="2026-05-05T23:58:52.666" v="753" actId="478"/>
          <ac:spMkLst>
            <pc:docMk/>
            <pc:sldMk cId="4012614728" sldId="257"/>
            <ac:spMk id="9" creationId="{555E375A-EFE2-367B-D3A9-E60605BAFFB6}"/>
          </ac:spMkLst>
        </pc:spChg>
        <pc:spChg chg="del mod">
          <ac:chgData name="SUBRATH TARAFDAR" userId="a5918cc4-ce82-40cb-b9b5-dda911b6d753" providerId="ADAL" clId="{241F84E2-B6AB-450F-97BD-9E4045A28C22}" dt="2026-05-05T23:58:52.666" v="753" actId="478"/>
          <ac:spMkLst>
            <pc:docMk/>
            <pc:sldMk cId="4012614728" sldId="257"/>
            <ac:spMk id="10" creationId="{22B3DFC3-70B2-506F-DF04-D803A02E6969}"/>
          </ac:spMkLst>
        </pc:spChg>
        <pc:spChg chg="del mod">
          <ac:chgData name="SUBRATH TARAFDAR" userId="a5918cc4-ce82-40cb-b9b5-dda911b6d753" providerId="ADAL" clId="{241F84E2-B6AB-450F-97BD-9E4045A28C22}" dt="2026-05-05T23:58:52.666" v="753" actId="478"/>
          <ac:spMkLst>
            <pc:docMk/>
            <pc:sldMk cId="4012614728" sldId="257"/>
            <ac:spMk id="11" creationId="{9D48C071-AB91-66CA-B8F8-49A2F3DF15C0}"/>
          </ac:spMkLst>
        </pc:spChg>
        <pc:spChg chg="del mod">
          <ac:chgData name="SUBRATH TARAFDAR" userId="a5918cc4-ce82-40cb-b9b5-dda911b6d753" providerId="ADAL" clId="{241F84E2-B6AB-450F-97BD-9E4045A28C22}" dt="2026-05-05T16:08:17.912" v="95" actId="478"/>
          <ac:spMkLst>
            <pc:docMk/>
            <pc:sldMk cId="4012614728" sldId="257"/>
            <ac:spMk id="12" creationId="{9235B679-5C7B-1601-81E7-371097224912}"/>
          </ac:spMkLst>
        </pc:spChg>
        <pc:spChg chg="del mod">
          <ac:chgData name="SUBRATH TARAFDAR" userId="a5918cc4-ce82-40cb-b9b5-dda911b6d753" providerId="ADAL" clId="{241F84E2-B6AB-450F-97BD-9E4045A28C22}" dt="2026-05-05T23:58:52.666" v="753" actId="478"/>
          <ac:spMkLst>
            <pc:docMk/>
            <pc:sldMk cId="4012614728" sldId="257"/>
            <ac:spMk id="13" creationId="{506F1BC3-4D3F-8C81-0412-8CA86C6762F0}"/>
          </ac:spMkLst>
        </pc:spChg>
        <pc:spChg chg="del mod">
          <ac:chgData name="SUBRATH TARAFDAR" userId="a5918cc4-ce82-40cb-b9b5-dda911b6d753" providerId="ADAL" clId="{241F84E2-B6AB-450F-97BD-9E4045A28C22}" dt="2026-05-05T23:58:52.666" v="753" actId="478"/>
          <ac:spMkLst>
            <pc:docMk/>
            <pc:sldMk cId="4012614728" sldId="257"/>
            <ac:spMk id="14" creationId="{0AF34F53-C052-E4D7-A2F5-A288886A41DC}"/>
          </ac:spMkLst>
        </pc:spChg>
        <pc:spChg chg="del mod">
          <ac:chgData name="SUBRATH TARAFDAR" userId="a5918cc4-ce82-40cb-b9b5-dda911b6d753" providerId="ADAL" clId="{241F84E2-B6AB-450F-97BD-9E4045A28C22}" dt="2026-05-05T23:58:52.666" v="753" actId="478"/>
          <ac:spMkLst>
            <pc:docMk/>
            <pc:sldMk cId="4012614728" sldId="257"/>
            <ac:spMk id="15" creationId="{24CFBA35-4E3C-B082-5105-79F7687A8690}"/>
          </ac:spMkLst>
        </pc:spChg>
        <pc:spChg chg="del mod">
          <ac:chgData name="SUBRATH TARAFDAR" userId="a5918cc4-ce82-40cb-b9b5-dda911b6d753" providerId="ADAL" clId="{241F84E2-B6AB-450F-97BD-9E4045A28C22}" dt="2026-05-05T16:08:19.065" v="96" actId="478"/>
          <ac:spMkLst>
            <pc:docMk/>
            <pc:sldMk cId="4012614728" sldId="257"/>
            <ac:spMk id="16" creationId="{FD0D1E9A-7164-5944-9760-1D56B979654C}"/>
          </ac:spMkLst>
        </pc:spChg>
        <pc:spChg chg="del mod">
          <ac:chgData name="SUBRATH TARAFDAR" userId="a5918cc4-ce82-40cb-b9b5-dda911b6d753" providerId="ADAL" clId="{241F84E2-B6AB-450F-97BD-9E4045A28C22}" dt="2026-05-05T16:08:35.470" v="103" actId="478"/>
          <ac:spMkLst>
            <pc:docMk/>
            <pc:sldMk cId="4012614728" sldId="257"/>
            <ac:spMk id="17" creationId="{3F00E4B0-A650-1AE2-952F-629E80A90ED4}"/>
          </ac:spMkLst>
        </pc:spChg>
        <pc:spChg chg="del mod">
          <ac:chgData name="SUBRATH TARAFDAR" userId="a5918cc4-ce82-40cb-b9b5-dda911b6d753" providerId="ADAL" clId="{241F84E2-B6AB-450F-97BD-9E4045A28C22}" dt="2026-05-05T23:58:52.666" v="753" actId="478"/>
          <ac:spMkLst>
            <pc:docMk/>
            <pc:sldMk cId="4012614728" sldId="257"/>
            <ac:spMk id="18" creationId="{D2F3750E-9D25-1615-FBBB-FE228B0C4EE3}"/>
          </ac:spMkLst>
        </pc:spChg>
        <pc:spChg chg="del mod">
          <ac:chgData name="SUBRATH TARAFDAR" userId="a5918cc4-ce82-40cb-b9b5-dda911b6d753" providerId="ADAL" clId="{241F84E2-B6AB-450F-97BD-9E4045A28C22}" dt="2026-05-05T23:58:52.666" v="753" actId="478"/>
          <ac:spMkLst>
            <pc:docMk/>
            <pc:sldMk cId="4012614728" sldId="257"/>
            <ac:spMk id="19" creationId="{B1B3ED5A-D032-2669-0D69-AF1E7E462E8B}"/>
          </ac:spMkLst>
        </pc:spChg>
        <pc:spChg chg="add del mod ord">
          <ac:chgData name="SUBRATH TARAFDAR" userId="a5918cc4-ce82-40cb-b9b5-dda911b6d753" providerId="ADAL" clId="{241F84E2-B6AB-450F-97BD-9E4045A28C22}" dt="2026-05-05T23:58:52.666" v="753" actId="478"/>
          <ac:spMkLst>
            <pc:docMk/>
            <pc:sldMk cId="4012614728" sldId="257"/>
            <ac:spMk id="20" creationId="{33FAEE1E-093D-F044-BCF6-EEF744D75753}"/>
          </ac:spMkLst>
        </pc:spChg>
        <pc:spChg chg="add del mod">
          <ac:chgData name="SUBRATH TARAFDAR" userId="a5918cc4-ce82-40cb-b9b5-dda911b6d753" providerId="ADAL" clId="{241F84E2-B6AB-450F-97BD-9E4045A28C22}" dt="2026-05-05T23:58:52.666" v="753" actId="478"/>
          <ac:spMkLst>
            <pc:docMk/>
            <pc:sldMk cId="4012614728" sldId="257"/>
            <ac:spMk id="21" creationId="{1C592BD6-3356-062C-EE8E-12F48FC200E4}"/>
          </ac:spMkLst>
        </pc:spChg>
        <pc:spChg chg="add del mod ord">
          <ac:chgData name="SUBRATH TARAFDAR" userId="a5918cc4-ce82-40cb-b9b5-dda911b6d753" providerId="ADAL" clId="{241F84E2-B6AB-450F-97BD-9E4045A28C22}" dt="2026-05-05T23:58:52.666" v="753" actId="478"/>
          <ac:spMkLst>
            <pc:docMk/>
            <pc:sldMk cId="4012614728" sldId="257"/>
            <ac:spMk id="22" creationId="{454D111B-008C-7BEC-4B15-1CCADC451A7E}"/>
          </ac:spMkLst>
        </pc:spChg>
        <pc:spChg chg="add del">
          <ac:chgData name="SUBRATH TARAFDAR" userId="a5918cc4-ce82-40cb-b9b5-dda911b6d753" providerId="ADAL" clId="{241F84E2-B6AB-450F-97BD-9E4045A28C22}" dt="2026-05-06T00:07:10.643" v="801" actId="26606"/>
          <ac:spMkLst>
            <pc:docMk/>
            <pc:sldMk cId="4012614728" sldId="257"/>
            <ac:spMk id="23" creationId="{7B831B6F-405A-4B47-B9BB-5CA88F285844}"/>
          </ac:spMkLst>
        </pc:spChg>
        <pc:spChg chg="add del">
          <ac:chgData name="SUBRATH TARAFDAR" userId="a5918cc4-ce82-40cb-b9b5-dda911b6d753" providerId="ADAL" clId="{241F84E2-B6AB-450F-97BD-9E4045A28C22}" dt="2026-05-06T00:07:10.643" v="801" actId="26606"/>
          <ac:spMkLst>
            <pc:docMk/>
            <pc:sldMk cId="4012614728" sldId="257"/>
            <ac:spMk id="24" creationId="{953EE71A-6488-4203-A7C4-77102FD0DCCA}"/>
          </ac:spMkLst>
        </pc:spChg>
        <pc:spChg chg="add del">
          <ac:chgData name="SUBRATH TARAFDAR" userId="a5918cc4-ce82-40cb-b9b5-dda911b6d753" providerId="ADAL" clId="{241F84E2-B6AB-450F-97BD-9E4045A28C22}" dt="2026-05-06T00:08:12.822" v="815" actId="26606"/>
          <ac:spMkLst>
            <pc:docMk/>
            <pc:sldMk cId="4012614728" sldId="257"/>
            <ac:spMk id="29" creationId="{743AA782-23D1-4521-8CAD-47662984AA08}"/>
          </ac:spMkLst>
        </pc:spChg>
        <pc:spChg chg="add del">
          <ac:chgData name="SUBRATH TARAFDAR" userId="a5918cc4-ce82-40cb-b9b5-dda911b6d753" providerId="ADAL" clId="{241F84E2-B6AB-450F-97BD-9E4045A28C22}" dt="2026-05-06T00:08:12.822" v="815" actId="26606"/>
          <ac:spMkLst>
            <pc:docMk/>
            <pc:sldMk cId="4012614728" sldId="257"/>
            <ac:spMk id="31" creationId="{71877DBC-BB60-40F0-AC93-2ACDBAAE60CE}"/>
          </ac:spMkLst>
        </pc:spChg>
        <pc:spChg chg="add del">
          <ac:chgData name="SUBRATH TARAFDAR" userId="a5918cc4-ce82-40cb-b9b5-dda911b6d753" providerId="ADAL" clId="{241F84E2-B6AB-450F-97BD-9E4045A28C22}" dt="2026-05-06T00:08:12.815" v="814" actId="26606"/>
          <ac:spMkLst>
            <pc:docMk/>
            <pc:sldMk cId="4012614728" sldId="257"/>
            <ac:spMk id="36" creationId="{C0763A76-9F1C-4FC5-82B7-DD475DA461B2}"/>
          </ac:spMkLst>
        </pc:spChg>
        <pc:spChg chg="add del">
          <ac:chgData name="SUBRATH TARAFDAR" userId="a5918cc4-ce82-40cb-b9b5-dda911b6d753" providerId="ADAL" clId="{241F84E2-B6AB-450F-97BD-9E4045A28C22}" dt="2026-05-06T00:08:12.815" v="814" actId="26606"/>
          <ac:spMkLst>
            <pc:docMk/>
            <pc:sldMk cId="4012614728" sldId="257"/>
            <ac:spMk id="38" creationId="{E81BF4F6-F2CF-4984-9D14-D6966D92F99F}"/>
          </ac:spMkLst>
        </pc:spChg>
        <pc:spChg chg="add">
          <ac:chgData name="SUBRATH TARAFDAR" userId="a5918cc4-ce82-40cb-b9b5-dda911b6d753" providerId="ADAL" clId="{241F84E2-B6AB-450F-97BD-9E4045A28C22}" dt="2026-05-06T00:08:12.822" v="815" actId="26606"/>
          <ac:spMkLst>
            <pc:docMk/>
            <pc:sldMk cId="4012614728" sldId="257"/>
            <ac:spMk id="40" creationId="{0007FE00-9498-4706-B255-6437B0252C02}"/>
          </ac:spMkLst>
        </pc:spChg>
        <pc:spChg chg="add">
          <ac:chgData name="SUBRATH TARAFDAR" userId="a5918cc4-ce82-40cb-b9b5-dda911b6d753" providerId="ADAL" clId="{241F84E2-B6AB-450F-97BD-9E4045A28C22}" dt="2026-05-06T00:08:12.822" v="815" actId="26606"/>
          <ac:spMkLst>
            <pc:docMk/>
            <pc:sldMk cId="4012614728" sldId="257"/>
            <ac:spMk id="41" creationId="{2EB492CD-616E-47F8-933B-5E2D952A0593}"/>
          </ac:spMkLst>
        </pc:spChg>
        <pc:spChg chg="add">
          <ac:chgData name="SUBRATH TARAFDAR" userId="a5918cc4-ce82-40cb-b9b5-dda911b6d753" providerId="ADAL" clId="{241F84E2-B6AB-450F-97BD-9E4045A28C22}" dt="2026-05-06T00:08:12.822" v="815" actId="26606"/>
          <ac:spMkLst>
            <pc:docMk/>
            <pc:sldMk cId="4012614728" sldId="257"/>
            <ac:spMk id="42" creationId="{59383CF9-23B5-4335-9B21-1791C4CF1C75}"/>
          </ac:spMkLst>
        </pc:spChg>
        <pc:picChg chg="mod ord">
          <ac:chgData name="SUBRATH TARAFDAR" userId="a5918cc4-ce82-40cb-b9b5-dda911b6d753" providerId="ADAL" clId="{241F84E2-B6AB-450F-97BD-9E4045A28C22}" dt="2026-05-06T00:09:32.851" v="848" actId="1038"/>
          <ac:picMkLst>
            <pc:docMk/>
            <pc:sldMk cId="4012614728" sldId="257"/>
            <ac:picMk id="6" creationId="{489EB1E7-7345-6FA8-5E02-403A8D670336}"/>
          </ac:picMkLst>
        </pc:picChg>
      </pc:sldChg>
      <pc:sldChg chg="addSp delSp modSp mod setBg">
        <pc:chgData name="SUBRATH TARAFDAR" userId="a5918cc4-ce82-40cb-b9b5-dda911b6d753" providerId="ADAL" clId="{241F84E2-B6AB-450F-97BD-9E4045A28C22}" dt="2026-05-06T00:32:30.076" v="1175" actId="12"/>
        <pc:sldMkLst>
          <pc:docMk/>
          <pc:sldMk cId="4059296185" sldId="258"/>
        </pc:sldMkLst>
        <pc:spChg chg="mod ord">
          <ac:chgData name="SUBRATH TARAFDAR" userId="a5918cc4-ce82-40cb-b9b5-dda911b6d753" providerId="ADAL" clId="{241F84E2-B6AB-450F-97BD-9E4045A28C22}" dt="2026-05-06T00:13:35.005" v="909" actId="113"/>
          <ac:spMkLst>
            <pc:docMk/>
            <pc:sldMk cId="4059296185" sldId="258"/>
            <ac:spMk id="4" creationId="{EAEDBE72-0B02-B986-15EA-F650552C405F}"/>
          </ac:spMkLst>
        </pc:spChg>
        <pc:spChg chg="mod">
          <ac:chgData name="SUBRATH TARAFDAR" userId="a5918cc4-ce82-40cb-b9b5-dda911b6d753" providerId="ADAL" clId="{241F84E2-B6AB-450F-97BD-9E4045A28C22}" dt="2026-05-05T16:34:47.007" v="371" actId="255"/>
          <ac:spMkLst>
            <pc:docMk/>
            <pc:sldMk cId="4059296185" sldId="258"/>
            <ac:spMk id="5" creationId="{01A6B0EE-5348-0362-481D-7E59EF54C868}"/>
          </ac:spMkLst>
        </pc:spChg>
        <pc:spChg chg="del mod topLvl">
          <ac:chgData name="SUBRATH TARAFDAR" userId="a5918cc4-ce82-40cb-b9b5-dda911b6d753" providerId="ADAL" clId="{241F84E2-B6AB-450F-97BD-9E4045A28C22}" dt="2026-05-06T00:09:55.120" v="852" actId="478"/>
          <ac:spMkLst>
            <pc:docMk/>
            <pc:sldMk cId="4059296185" sldId="258"/>
            <ac:spMk id="7" creationId="{4A41B5BD-513B-28AE-9C28-C6B77AF93B47}"/>
          </ac:spMkLst>
        </pc:spChg>
        <pc:spChg chg="mod topLvl">
          <ac:chgData name="SUBRATH TARAFDAR" userId="a5918cc4-ce82-40cb-b9b5-dda911b6d753" providerId="ADAL" clId="{241F84E2-B6AB-450F-97BD-9E4045A28C22}" dt="2026-05-05T17:06:47.334" v="712" actId="255"/>
          <ac:spMkLst>
            <pc:docMk/>
            <pc:sldMk cId="4059296185" sldId="258"/>
            <ac:spMk id="8" creationId="{8929E1AB-E7EC-E84F-7E9B-A11F4699EA31}"/>
          </ac:spMkLst>
        </pc:spChg>
        <pc:spChg chg="mod topLvl">
          <ac:chgData name="SUBRATH TARAFDAR" userId="a5918cc4-ce82-40cb-b9b5-dda911b6d753" providerId="ADAL" clId="{241F84E2-B6AB-450F-97BD-9E4045A28C22}" dt="2026-05-06T00:32:30.076" v="1175" actId="12"/>
          <ac:spMkLst>
            <pc:docMk/>
            <pc:sldMk cId="4059296185" sldId="258"/>
            <ac:spMk id="9" creationId="{707E0B90-15CA-C853-3550-AD1A68C77D3F}"/>
          </ac:spMkLst>
        </pc:spChg>
        <pc:spChg chg="mod topLvl">
          <ac:chgData name="SUBRATH TARAFDAR" userId="a5918cc4-ce82-40cb-b9b5-dda911b6d753" providerId="ADAL" clId="{241F84E2-B6AB-450F-97BD-9E4045A28C22}" dt="2026-05-05T16:22:14.642" v="300" actId="165"/>
          <ac:spMkLst>
            <pc:docMk/>
            <pc:sldMk cId="4059296185" sldId="258"/>
            <ac:spMk id="11" creationId="{C116E39E-00CB-FA0E-B0E5-233777AB49AC}"/>
          </ac:spMkLst>
        </pc:spChg>
        <pc:spChg chg="mod topLvl">
          <ac:chgData name="SUBRATH TARAFDAR" userId="a5918cc4-ce82-40cb-b9b5-dda911b6d753" providerId="ADAL" clId="{241F84E2-B6AB-450F-97BD-9E4045A28C22}" dt="2026-05-05T17:06:52.757" v="713" actId="255"/>
          <ac:spMkLst>
            <pc:docMk/>
            <pc:sldMk cId="4059296185" sldId="258"/>
            <ac:spMk id="12" creationId="{E0018F3C-C685-19F0-7CF3-F34ACB28983E}"/>
          </ac:spMkLst>
        </pc:spChg>
        <pc:spChg chg="mod topLvl">
          <ac:chgData name="SUBRATH TARAFDAR" userId="a5918cc4-ce82-40cb-b9b5-dda911b6d753" providerId="ADAL" clId="{241F84E2-B6AB-450F-97BD-9E4045A28C22}" dt="2026-05-05T17:07:05.276" v="716" actId="255"/>
          <ac:spMkLst>
            <pc:docMk/>
            <pc:sldMk cId="4059296185" sldId="258"/>
            <ac:spMk id="13" creationId="{FD77100C-2568-742E-F6DC-F4FB7BCB4DAC}"/>
          </ac:spMkLst>
        </pc:spChg>
        <pc:spChg chg="mod topLvl">
          <ac:chgData name="SUBRATH TARAFDAR" userId="a5918cc4-ce82-40cb-b9b5-dda911b6d753" providerId="ADAL" clId="{241F84E2-B6AB-450F-97BD-9E4045A28C22}" dt="2026-05-05T16:24:16.984" v="306" actId="165"/>
          <ac:spMkLst>
            <pc:docMk/>
            <pc:sldMk cId="4059296185" sldId="258"/>
            <ac:spMk id="15" creationId="{B6BF84A0-424A-EC2E-48B6-D19FABCAD68D}"/>
          </ac:spMkLst>
        </pc:spChg>
        <pc:spChg chg="mod topLvl">
          <ac:chgData name="SUBRATH TARAFDAR" userId="a5918cc4-ce82-40cb-b9b5-dda911b6d753" providerId="ADAL" clId="{241F84E2-B6AB-450F-97BD-9E4045A28C22}" dt="2026-05-05T17:06:56.991" v="714" actId="255"/>
          <ac:spMkLst>
            <pc:docMk/>
            <pc:sldMk cId="4059296185" sldId="258"/>
            <ac:spMk id="16" creationId="{DA4885AF-8A12-8F3B-E9A4-BA3A32618566}"/>
          </ac:spMkLst>
        </pc:spChg>
        <pc:spChg chg="mod topLvl">
          <ac:chgData name="SUBRATH TARAFDAR" userId="a5918cc4-ce82-40cb-b9b5-dda911b6d753" providerId="ADAL" clId="{241F84E2-B6AB-450F-97BD-9E4045A28C22}" dt="2026-05-05T17:07:01.479" v="715" actId="255"/>
          <ac:spMkLst>
            <pc:docMk/>
            <pc:sldMk cId="4059296185" sldId="258"/>
            <ac:spMk id="17" creationId="{92A52945-098A-0BDD-DDBC-F69E6605A1E6}"/>
          </ac:spMkLst>
        </pc:spChg>
        <pc:spChg chg="mod">
          <ac:chgData name="SUBRATH TARAFDAR" userId="a5918cc4-ce82-40cb-b9b5-dda911b6d753" providerId="ADAL" clId="{241F84E2-B6AB-450F-97BD-9E4045A28C22}" dt="2026-05-05T16:19:12.328" v="282" actId="1076"/>
          <ac:spMkLst>
            <pc:docMk/>
            <pc:sldMk cId="4059296185" sldId="258"/>
            <ac:spMk id="18" creationId="{21AABE81-969C-FAED-B9A1-BC7E07EF6A63}"/>
          </ac:spMkLst>
        </pc:spChg>
        <pc:spChg chg="mod">
          <ac:chgData name="SUBRATH TARAFDAR" userId="a5918cc4-ce82-40cb-b9b5-dda911b6d753" providerId="ADAL" clId="{241F84E2-B6AB-450F-97BD-9E4045A28C22}" dt="2026-05-05T17:07:34.625" v="722" actId="14100"/>
          <ac:spMkLst>
            <pc:docMk/>
            <pc:sldMk cId="4059296185" sldId="258"/>
            <ac:spMk id="20" creationId="{CF96581A-5C50-635E-26FB-B1D83B81FBBD}"/>
          </ac:spMkLst>
        </pc:spChg>
        <pc:spChg chg="add del">
          <ac:chgData name="SUBRATH TARAFDAR" userId="a5918cc4-ce82-40cb-b9b5-dda911b6d753" providerId="ADAL" clId="{241F84E2-B6AB-450F-97BD-9E4045A28C22}" dt="2026-05-06T00:10:08.909" v="854" actId="26606"/>
          <ac:spMkLst>
            <pc:docMk/>
            <pc:sldMk cId="4059296185" sldId="258"/>
            <ac:spMk id="23" creationId="{DBC6133C-0615-4CE4-9132-37E609A9BDFA}"/>
          </ac:spMkLst>
        </pc:spChg>
        <pc:spChg chg="add del">
          <ac:chgData name="SUBRATH TARAFDAR" userId="a5918cc4-ce82-40cb-b9b5-dda911b6d753" providerId="ADAL" clId="{241F84E2-B6AB-450F-97BD-9E4045A28C22}" dt="2026-05-06T00:10:08.909" v="854" actId="26606"/>
          <ac:spMkLst>
            <pc:docMk/>
            <pc:sldMk cId="4059296185" sldId="258"/>
            <ac:spMk id="24" creationId="{169CC832-2974-4E8D-90ED-3E2941BA7336}"/>
          </ac:spMkLst>
        </pc:spChg>
        <pc:spChg chg="add del">
          <ac:chgData name="SUBRATH TARAFDAR" userId="a5918cc4-ce82-40cb-b9b5-dda911b6d753" providerId="ADAL" clId="{241F84E2-B6AB-450F-97BD-9E4045A28C22}" dt="2026-05-06T00:10:08.909" v="854" actId="26606"/>
          <ac:spMkLst>
            <pc:docMk/>
            <pc:sldMk cId="4059296185" sldId="258"/>
            <ac:spMk id="25" creationId="{55222F96-971A-4F90-B841-6BAB416C7AC1}"/>
          </ac:spMkLst>
        </pc:spChg>
        <pc:spChg chg="add del">
          <ac:chgData name="SUBRATH TARAFDAR" userId="a5918cc4-ce82-40cb-b9b5-dda911b6d753" providerId="ADAL" clId="{241F84E2-B6AB-450F-97BD-9E4045A28C22}" dt="2026-05-06T00:10:08.909" v="854" actId="26606"/>
          <ac:spMkLst>
            <pc:docMk/>
            <pc:sldMk cId="4059296185" sldId="258"/>
            <ac:spMk id="26" creationId="{08980754-6F4B-43C9-B9BE-127B6BED6586}"/>
          </ac:spMkLst>
        </pc:spChg>
        <pc:spChg chg="add del">
          <ac:chgData name="SUBRATH TARAFDAR" userId="a5918cc4-ce82-40cb-b9b5-dda911b6d753" providerId="ADAL" clId="{241F84E2-B6AB-450F-97BD-9E4045A28C22}" dt="2026-05-06T00:10:08.909" v="854" actId="26606"/>
          <ac:spMkLst>
            <pc:docMk/>
            <pc:sldMk cId="4059296185" sldId="258"/>
            <ac:spMk id="27" creationId="{2C1BBA94-3F40-40AA-8BB9-E69E25E537C1}"/>
          </ac:spMkLst>
        </pc:spChg>
        <pc:spChg chg="add del">
          <ac:chgData name="SUBRATH TARAFDAR" userId="a5918cc4-ce82-40cb-b9b5-dda911b6d753" providerId="ADAL" clId="{241F84E2-B6AB-450F-97BD-9E4045A28C22}" dt="2026-05-06T00:10:17.240" v="856" actId="26606"/>
          <ac:spMkLst>
            <pc:docMk/>
            <pc:sldMk cId="4059296185" sldId="258"/>
            <ac:spMk id="29" creationId="{9A724DBA-D2D9-471E-8ED7-2015DDD950DF}"/>
          </ac:spMkLst>
        </pc:spChg>
        <pc:spChg chg="add del">
          <ac:chgData name="SUBRATH TARAFDAR" userId="a5918cc4-ce82-40cb-b9b5-dda911b6d753" providerId="ADAL" clId="{241F84E2-B6AB-450F-97BD-9E4045A28C22}" dt="2026-05-06T00:10:17.240" v="856" actId="26606"/>
          <ac:spMkLst>
            <pc:docMk/>
            <pc:sldMk cId="4059296185" sldId="258"/>
            <ac:spMk id="30" creationId="{08980754-6F4B-43C9-B9BE-127B6BED6586}"/>
          </ac:spMkLst>
        </pc:spChg>
        <pc:spChg chg="add del">
          <ac:chgData name="SUBRATH TARAFDAR" userId="a5918cc4-ce82-40cb-b9b5-dda911b6d753" providerId="ADAL" clId="{241F84E2-B6AB-450F-97BD-9E4045A28C22}" dt="2026-05-06T00:10:17.240" v="856" actId="26606"/>
          <ac:spMkLst>
            <pc:docMk/>
            <pc:sldMk cId="4059296185" sldId="258"/>
            <ac:spMk id="31" creationId="{2C1BBA94-3F40-40AA-8BB9-E69E25E537C1}"/>
          </ac:spMkLst>
        </pc:spChg>
        <pc:spChg chg="add del">
          <ac:chgData name="SUBRATH TARAFDAR" userId="a5918cc4-ce82-40cb-b9b5-dda911b6d753" providerId="ADAL" clId="{241F84E2-B6AB-450F-97BD-9E4045A28C22}" dt="2026-05-06T00:10:17.240" v="856" actId="26606"/>
          <ac:spMkLst>
            <pc:docMk/>
            <pc:sldMk cId="4059296185" sldId="258"/>
            <ac:spMk id="32" creationId="{169CC832-2974-4E8D-90ED-3E2941BA7336}"/>
          </ac:spMkLst>
        </pc:spChg>
        <pc:spChg chg="add del">
          <ac:chgData name="SUBRATH TARAFDAR" userId="a5918cc4-ce82-40cb-b9b5-dda911b6d753" providerId="ADAL" clId="{241F84E2-B6AB-450F-97BD-9E4045A28C22}" dt="2026-05-06T00:10:17.240" v="856" actId="26606"/>
          <ac:spMkLst>
            <pc:docMk/>
            <pc:sldMk cId="4059296185" sldId="258"/>
            <ac:spMk id="33" creationId="{55222F96-971A-4F90-B841-6BAB416C7AC1}"/>
          </ac:spMkLst>
        </pc:spChg>
        <pc:spChg chg="add del">
          <ac:chgData name="SUBRATH TARAFDAR" userId="a5918cc4-ce82-40cb-b9b5-dda911b6d753" providerId="ADAL" clId="{241F84E2-B6AB-450F-97BD-9E4045A28C22}" dt="2026-05-06T00:10:21.887" v="858" actId="26606"/>
          <ac:spMkLst>
            <pc:docMk/>
            <pc:sldMk cId="4059296185" sldId="258"/>
            <ac:spMk id="35" creationId="{DBC6133C-0615-4CE4-9132-37E609A9BDFA}"/>
          </ac:spMkLst>
        </pc:spChg>
        <pc:spChg chg="add del">
          <ac:chgData name="SUBRATH TARAFDAR" userId="a5918cc4-ce82-40cb-b9b5-dda911b6d753" providerId="ADAL" clId="{241F84E2-B6AB-450F-97BD-9E4045A28C22}" dt="2026-05-06T00:10:21.887" v="858" actId="26606"/>
          <ac:spMkLst>
            <pc:docMk/>
            <pc:sldMk cId="4059296185" sldId="258"/>
            <ac:spMk id="36" creationId="{169CC832-2974-4E8D-90ED-3E2941BA7336}"/>
          </ac:spMkLst>
        </pc:spChg>
        <pc:spChg chg="add del">
          <ac:chgData name="SUBRATH TARAFDAR" userId="a5918cc4-ce82-40cb-b9b5-dda911b6d753" providerId="ADAL" clId="{241F84E2-B6AB-450F-97BD-9E4045A28C22}" dt="2026-05-06T00:10:21.887" v="858" actId="26606"/>
          <ac:spMkLst>
            <pc:docMk/>
            <pc:sldMk cId="4059296185" sldId="258"/>
            <ac:spMk id="37" creationId="{55222F96-971A-4F90-B841-6BAB416C7AC1}"/>
          </ac:spMkLst>
        </pc:spChg>
        <pc:spChg chg="add del">
          <ac:chgData name="SUBRATH TARAFDAR" userId="a5918cc4-ce82-40cb-b9b5-dda911b6d753" providerId="ADAL" clId="{241F84E2-B6AB-450F-97BD-9E4045A28C22}" dt="2026-05-06T00:10:21.887" v="858" actId="26606"/>
          <ac:spMkLst>
            <pc:docMk/>
            <pc:sldMk cId="4059296185" sldId="258"/>
            <ac:spMk id="38" creationId="{08980754-6F4B-43C9-B9BE-127B6BED6586}"/>
          </ac:spMkLst>
        </pc:spChg>
        <pc:spChg chg="add del">
          <ac:chgData name="SUBRATH TARAFDAR" userId="a5918cc4-ce82-40cb-b9b5-dda911b6d753" providerId="ADAL" clId="{241F84E2-B6AB-450F-97BD-9E4045A28C22}" dt="2026-05-06T00:10:21.887" v="858" actId="26606"/>
          <ac:spMkLst>
            <pc:docMk/>
            <pc:sldMk cId="4059296185" sldId="258"/>
            <ac:spMk id="39" creationId="{2C1BBA94-3F40-40AA-8BB9-E69E25E537C1}"/>
          </ac:spMkLst>
        </pc:spChg>
        <pc:spChg chg="add del">
          <ac:chgData name="SUBRATH TARAFDAR" userId="a5918cc4-ce82-40cb-b9b5-dda911b6d753" providerId="ADAL" clId="{241F84E2-B6AB-450F-97BD-9E4045A28C22}" dt="2026-05-06T00:10:57.049" v="866" actId="26606"/>
          <ac:spMkLst>
            <pc:docMk/>
            <pc:sldMk cId="4059296185" sldId="258"/>
            <ac:spMk id="41" creationId="{9A724DBA-D2D9-471E-8ED7-2015DDD950DF}"/>
          </ac:spMkLst>
        </pc:spChg>
        <pc:spChg chg="add del">
          <ac:chgData name="SUBRATH TARAFDAR" userId="a5918cc4-ce82-40cb-b9b5-dda911b6d753" providerId="ADAL" clId="{241F84E2-B6AB-450F-97BD-9E4045A28C22}" dt="2026-05-06T00:10:57.049" v="866" actId="26606"/>
          <ac:spMkLst>
            <pc:docMk/>
            <pc:sldMk cId="4059296185" sldId="258"/>
            <ac:spMk id="42" creationId="{08980754-6F4B-43C9-B9BE-127B6BED6586}"/>
          </ac:spMkLst>
        </pc:spChg>
        <pc:spChg chg="add del">
          <ac:chgData name="SUBRATH TARAFDAR" userId="a5918cc4-ce82-40cb-b9b5-dda911b6d753" providerId="ADAL" clId="{241F84E2-B6AB-450F-97BD-9E4045A28C22}" dt="2026-05-06T00:10:57.049" v="866" actId="26606"/>
          <ac:spMkLst>
            <pc:docMk/>
            <pc:sldMk cId="4059296185" sldId="258"/>
            <ac:spMk id="43" creationId="{2C1BBA94-3F40-40AA-8BB9-E69E25E537C1}"/>
          </ac:spMkLst>
        </pc:spChg>
        <pc:spChg chg="add del">
          <ac:chgData name="SUBRATH TARAFDAR" userId="a5918cc4-ce82-40cb-b9b5-dda911b6d753" providerId="ADAL" clId="{241F84E2-B6AB-450F-97BD-9E4045A28C22}" dt="2026-05-06T00:10:57.049" v="866" actId="26606"/>
          <ac:spMkLst>
            <pc:docMk/>
            <pc:sldMk cId="4059296185" sldId="258"/>
            <ac:spMk id="44" creationId="{169CC832-2974-4E8D-90ED-3E2941BA7336}"/>
          </ac:spMkLst>
        </pc:spChg>
        <pc:spChg chg="add del">
          <ac:chgData name="SUBRATH TARAFDAR" userId="a5918cc4-ce82-40cb-b9b5-dda911b6d753" providerId="ADAL" clId="{241F84E2-B6AB-450F-97BD-9E4045A28C22}" dt="2026-05-06T00:10:57.049" v="866" actId="26606"/>
          <ac:spMkLst>
            <pc:docMk/>
            <pc:sldMk cId="4059296185" sldId="258"/>
            <ac:spMk id="45" creationId="{55222F96-971A-4F90-B841-6BAB416C7AC1}"/>
          </ac:spMkLst>
        </pc:spChg>
        <pc:spChg chg="add del">
          <ac:chgData name="SUBRATH TARAFDAR" userId="a5918cc4-ce82-40cb-b9b5-dda911b6d753" providerId="ADAL" clId="{241F84E2-B6AB-450F-97BD-9E4045A28C22}" dt="2026-05-06T00:10:54.950" v="863" actId="26606"/>
          <ac:spMkLst>
            <pc:docMk/>
            <pc:sldMk cId="4059296185" sldId="258"/>
            <ac:spMk id="50" creationId="{9A724DBA-D2D9-471E-8ED7-2015DDD950DF}"/>
          </ac:spMkLst>
        </pc:spChg>
        <pc:spChg chg="add del">
          <ac:chgData name="SUBRATH TARAFDAR" userId="a5918cc4-ce82-40cb-b9b5-dda911b6d753" providerId="ADAL" clId="{241F84E2-B6AB-450F-97BD-9E4045A28C22}" dt="2026-05-06T00:10:54.950" v="863" actId="26606"/>
          <ac:spMkLst>
            <pc:docMk/>
            <pc:sldMk cId="4059296185" sldId="258"/>
            <ac:spMk id="52" creationId="{08980754-6F4B-43C9-B9BE-127B6BED6586}"/>
          </ac:spMkLst>
        </pc:spChg>
        <pc:spChg chg="add del">
          <ac:chgData name="SUBRATH TARAFDAR" userId="a5918cc4-ce82-40cb-b9b5-dda911b6d753" providerId="ADAL" clId="{241F84E2-B6AB-450F-97BD-9E4045A28C22}" dt="2026-05-06T00:10:54.950" v="863" actId="26606"/>
          <ac:spMkLst>
            <pc:docMk/>
            <pc:sldMk cId="4059296185" sldId="258"/>
            <ac:spMk id="54" creationId="{2C1BBA94-3F40-40AA-8BB9-E69E25E537C1}"/>
          </ac:spMkLst>
        </pc:spChg>
        <pc:spChg chg="add del">
          <ac:chgData name="SUBRATH TARAFDAR" userId="a5918cc4-ce82-40cb-b9b5-dda911b6d753" providerId="ADAL" clId="{241F84E2-B6AB-450F-97BD-9E4045A28C22}" dt="2026-05-06T00:10:54.950" v="863" actId="26606"/>
          <ac:spMkLst>
            <pc:docMk/>
            <pc:sldMk cId="4059296185" sldId="258"/>
            <ac:spMk id="56" creationId="{169CC832-2974-4E8D-90ED-3E2941BA7336}"/>
          </ac:spMkLst>
        </pc:spChg>
        <pc:spChg chg="add del">
          <ac:chgData name="SUBRATH TARAFDAR" userId="a5918cc4-ce82-40cb-b9b5-dda911b6d753" providerId="ADAL" clId="{241F84E2-B6AB-450F-97BD-9E4045A28C22}" dt="2026-05-06T00:10:54.950" v="863" actId="26606"/>
          <ac:spMkLst>
            <pc:docMk/>
            <pc:sldMk cId="4059296185" sldId="258"/>
            <ac:spMk id="58" creationId="{55222F96-971A-4F90-B841-6BAB416C7AC1}"/>
          </ac:spMkLst>
        </pc:spChg>
        <pc:spChg chg="add del">
          <ac:chgData name="SUBRATH TARAFDAR" userId="a5918cc4-ce82-40cb-b9b5-dda911b6d753" providerId="ADAL" clId="{241F84E2-B6AB-450F-97BD-9E4045A28C22}" dt="2026-05-06T00:10:57.040" v="865" actId="26606"/>
          <ac:spMkLst>
            <pc:docMk/>
            <pc:sldMk cId="4059296185" sldId="258"/>
            <ac:spMk id="60" creationId="{9D25F302-27C5-414F-97F8-6EA0A6C028BA}"/>
          </ac:spMkLst>
        </pc:spChg>
        <pc:spChg chg="add del">
          <ac:chgData name="SUBRATH TARAFDAR" userId="a5918cc4-ce82-40cb-b9b5-dda911b6d753" providerId="ADAL" clId="{241F84E2-B6AB-450F-97BD-9E4045A28C22}" dt="2026-05-06T00:10:57.040" v="865" actId="26606"/>
          <ac:spMkLst>
            <pc:docMk/>
            <pc:sldMk cId="4059296185" sldId="258"/>
            <ac:spMk id="61" creationId="{830A36F8-48C2-4842-A87B-8CE8DF4E7FD2}"/>
          </ac:spMkLst>
        </pc:spChg>
        <pc:spChg chg="add del">
          <ac:chgData name="SUBRATH TARAFDAR" userId="a5918cc4-ce82-40cb-b9b5-dda911b6d753" providerId="ADAL" clId="{241F84E2-B6AB-450F-97BD-9E4045A28C22}" dt="2026-05-06T00:10:57.040" v="865" actId="26606"/>
          <ac:spMkLst>
            <pc:docMk/>
            <pc:sldMk cId="4059296185" sldId="258"/>
            <ac:spMk id="62" creationId="{086A5A31-B10A-4793-84D4-D785959AE5B8}"/>
          </ac:spMkLst>
        </pc:spChg>
        <pc:spChg chg="add">
          <ac:chgData name="SUBRATH TARAFDAR" userId="a5918cc4-ce82-40cb-b9b5-dda911b6d753" providerId="ADAL" clId="{241F84E2-B6AB-450F-97BD-9E4045A28C22}" dt="2026-05-06T00:10:57.049" v="866" actId="26606"/>
          <ac:spMkLst>
            <pc:docMk/>
            <pc:sldMk cId="4059296185" sldId="258"/>
            <ac:spMk id="64" creationId="{9A724DBA-D2D9-471E-8ED7-2015DDD950DF}"/>
          </ac:spMkLst>
        </pc:spChg>
        <pc:spChg chg="add">
          <ac:chgData name="SUBRATH TARAFDAR" userId="a5918cc4-ce82-40cb-b9b5-dda911b6d753" providerId="ADAL" clId="{241F84E2-B6AB-450F-97BD-9E4045A28C22}" dt="2026-05-06T00:10:57.049" v="866" actId="26606"/>
          <ac:spMkLst>
            <pc:docMk/>
            <pc:sldMk cId="4059296185" sldId="258"/>
            <ac:spMk id="65" creationId="{08980754-6F4B-43C9-B9BE-127B6BED6586}"/>
          </ac:spMkLst>
        </pc:spChg>
        <pc:spChg chg="add">
          <ac:chgData name="SUBRATH TARAFDAR" userId="a5918cc4-ce82-40cb-b9b5-dda911b6d753" providerId="ADAL" clId="{241F84E2-B6AB-450F-97BD-9E4045A28C22}" dt="2026-05-06T00:10:57.049" v="866" actId="26606"/>
          <ac:spMkLst>
            <pc:docMk/>
            <pc:sldMk cId="4059296185" sldId="258"/>
            <ac:spMk id="66" creationId="{2C1BBA94-3F40-40AA-8BB9-E69E25E537C1}"/>
          </ac:spMkLst>
        </pc:spChg>
        <pc:spChg chg="add">
          <ac:chgData name="SUBRATH TARAFDAR" userId="a5918cc4-ce82-40cb-b9b5-dda911b6d753" providerId="ADAL" clId="{241F84E2-B6AB-450F-97BD-9E4045A28C22}" dt="2026-05-06T00:10:57.049" v="866" actId="26606"/>
          <ac:spMkLst>
            <pc:docMk/>
            <pc:sldMk cId="4059296185" sldId="258"/>
            <ac:spMk id="67" creationId="{169CC832-2974-4E8D-90ED-3E2941BA7336}"/>
          </ac:spMkLst>
        </pc:spChg>
        <pc:spChg chg="add">
          <ac:chgData name="SUBRATH TARAFDAR" userId="a5918cc4-ce82-40cb-b9b5-dda911b6d753" providerId="ADAL" clId="{241F84E2-B6AB-450F-97BD-9E4045A28C22}" dt="2026-05-06T00:10:57.049" v="866" actId="26606"/>
          <ac:spMkLst>
            <pc:docMk/>
            <pc:sldMk cId="4059296185" sldId="258"/>
            <ac:spMk id="68" creationId="{55222F96-971A-4F90-B841-6BAB416C7AC1}"/>
          </ac:spMkLst>
        </pc:spChg>
        <pc:grpChg chg="add del mod topLvl">
          <ac:chgData name="SUBRATH TARAFDAR" userId="a5918cc4-ce82-40cb-b9b5-dda911b6d753" providerId="ADAL" clId="{241F84E2-B6AB-450F-97BD-9E4045A28C22}" dt="2026-05-05T16:24:16.984" v="306" actId="165"/>
          <ac:grpSpMkLst>
            <pc:docMk/>
            <pc:sldMk cId="4059296185" sldId="258"/>
            <ac:grpSpMk id="21" creationId="{50F53CDA-6186-C4FC-5777-3C2BCB097FFB}"/>
          </ac:grpSpMkLst>
        </pc:grpChg>
        <pc:grpChg chg="add del mod">
          <ac:chgData name="SUBRATH TARAFDAR" userId="a5918cc4-ce82-40cb-b9b5-dda911b6d753" providerId="ADAL" clId="{241F84E2-B6AB-450F-97BD-9E4045A28C22}" dt="2026-05-05T16:22:14.642" v="300" actId="165"/>
          <ac:grpSpMkLst>
            <pc:docMk/>
            <pc:sldMk cId="4059296185" sldId="258"/>
            <ac:grpSpMk id="22" creationId="{4EFBCAC1-3186-1A8E-54E8-9BDA2E7848E2}"/>
          </ac:grpSpMkLst>
        </pc:grpChg>
        <pc:picChg chg="mod ord topLvl">
          <ac:chgData name="SUBRATH TARAFDAR" userId="a5918cc4-ce82-40cb-b9b5-dda911b6d753" providerId="ADAL" clId="{241F84E2-B6AB-450F-97BD-9E4045A28C22}" dt="2026-05-06T00:10:57.049" v="866" actId="26606"/>
          <ac:picMkLst>
            <pc:docMk/>
            <pc:sldMk cId="4059296185" sldId="258"/>
            <ac:picMk id="6" creationId="{4C9FE5A1-9FB8-BBB9-E78A-38AEAFFFCFF1}"/>
          </ac:picMkLst>
        </pc:picChg>
        <pc:picChg chg="mod topLvl">
          <ac:chgData name="SUBRATH TARAFDAR" userId="a5918cc4-ce82-40cb-b9b5-dda911b6d753" providerId="ADAL" clId="{241F84E2-B6AB-450F-97BD-9E4045A28C22}" dt="2026-05-05T16:26:17.892" v="320" actId="1035"/>
          <ac:picMkLst>
            <pc:docMk/>
            <pc:sldMk cId="4059296185" sldId="258"/>
            <ac:picMk id="10" creationId="{F988EF2D-A512-8FF6-4C55-C76B5265CAD6}"/>
          </ac:picMkLst>
        </pc:picChg>
        <pc:picChg chg="mod topLvl">
          <ac:chgData name="SUBRATH TARAFDAR" userId="a5918cc4-ce82-40cb-b9b5-dda911b6d753" providerId="ADAL" clId="{241F84E2-B6AB-450F-97BD-9E4045A28C22}" dt="2026-05-05T16:26:25.261" v="322" actId="1076"/>
          <ac:picMkLst>
            <pc:docMk/>
            <pc:sldMk cId="4059296185" sldId="258"/>
            <ac:picMk id="14" creationId="{01643805-007F-0073-A29C-8D0F07BEE2D0}"/>
          </ac:picMkLst>
        </pc:picChg>
        <pc:picChg chg="mod">
          <ac:chgData name="SUBRATH TARAFDAR" userId="a5918cc4-ce82-40cb-b9b5-dda911b6d753" providerId="ADAL" clId="{241F84E2-B6AB-450F-97BD-9E4045A28C22}" dt="2026-05-05T16:20:11.047" v="288" actId="14100"/>
          <ac:picMkLst>
            <pc:docMk/>
            <pc:sldMk cId="4059296185" sldId="258"/>
            <ac:picMk id="19" creationId="{41EC197C-0A27-36FB-3A3F-ABCB70708BE7}"/>
          </ac:picMkLst>
        </pc:picChg>
      </pc:sldChg>
      <pc:sldChg chg="addSp delSp modSp mod">
        <pc:chgData name="SUBRATH TARAFDAR" userId="a5918cc4-ce82-40cb-b9b5-dda911b6d753" providerId="ADAL" clId="{241F84E2-B6AB-450F-97BD-9E4045A28C22}" dt="2026-05-06T00:33:08.855" v="1177" actId="12269"/>
        <pc:sldMkLst>
          <pc:docMk/>
          <pc:sldMk cId="3337473174" sldId="259"/>
        </pc:sldMkLst>
        <pc:spChg chg="add del">
          <ac:chgData name="SUBRATH TARAFDAR" userId="a5918cc4-ce82-40cb-b9b5-dda911b6d753" providerId="ADAL" clId="{241F84E2-B6AB-450F-97BD-9E4045A28C22}" dt="2026-05-06T00:11:45.203" v="877" actId="26606"/>
          <ac:spMkLst>
            <pc:docMk/>
            <pc:sldMk cId="3337473174" sldId="259"/>
            <ac:spMk id="2" creationId="{9863C8A4-2F6D-5581-12FA-96BF26C3AAB0}"/>
          </ac:spMkLst>
        </pc:spChg>
        <pc:spChg chg="mod">
          <ac:chgData name="SUBRATH TARAFDAR" userId="a5918cc4-ce82-40cb-b9b5-dda911b6d753" providerId="ADAL" clId="{241F84E2-B6AB-450F-97BD-9E4045A28C22}" dt="2026-05-05T16:34:17.939" v="368" actId="255"/>
          <ac:spMkLst>
            <pc:docMk/>
            <pc:sldMk cId="3337473174" sldId="259"/>
            <ac:spMk id="4" creationId="{6DB28B03-1795-06B0-844A-03AB06960245}"/>
          </ac:spMkLst>
        </pc:spChg>
        <pc:spChg chg="mod">
          <ac:chgData name="SUBRATH TARAFDAR" userId="a5918cc4-ce82-40cb-b9b5-dda911b6d753" providerId="ADAL" clId="{241F84E2-B6AB-450F-97BD-9E4045A28C22}" dt="2026-05-06T00:14:17.777" v="911" actId="255"/>
          <ac:spMkLst>
            <pc:docMk/>
            <pc:sldMk cId="3337473174" sldId="259"/>
            <ac:spMk id="5" creationId="{A5FC1484-4C7E-A0F6-6301-C747B65D9901}"/>
          </ac:spMkLst>
        </pc:spChg>
        <pc:spChg chg="mod">
          <ac:chgData name="SUBRATH TARAFDAR" userId="a5918cc4-ce82-40cb-b9b5-dda911b6d753" providerId="ADAL" clId="{241F84E2-B6AB-450F-97BD-9E4045A28C22}" dt="2026-05-05T17:07:57.711" v="726" actId="255"/>
          <ac:spMkLst>
            <pc:docMk/>
            <pc:sldMk cId="3337473174" sldId="259"/>
            <ac:spMk id="7" creationId="{FDCABEEF-757A-00EC-A02B-F1F41D1BEB37}"/>
          </ac:spMkLst>
        </pc:spChg>
        <pc:spChg chg="mod">
          <ac:chgData name="SUBRATH TARAFDAR" userId="a5918cc4-ce82-40cb-b9b5-dda911b6d753" providerId="ADAL" clId="{241F84E2-B6AB-450F-97BD-9E4045A28C22}" dt="2026-05-05T17:07:52.793" v="725" actId="255"/>
          <ac:spMkLst>
            <pc:docMk/>
            <pc:sldMk cId="3337473174" sldId="259"/>
            <ac:spMk id="8" creationId="{3C08D673-F2DA-A094-F8C1-6DAE6D16CF3B}"/>
          </ac:spMkLst>
        </pc:spChg>
        <pc:spChg chg="mod">
          <ac:chgData name="SUBRATH TARAFDAR" userId="a5918cc4-ce82-40cb-b9b5-dda911b6d753" providerId="ADAL" clId="{241F84E2-B6AB-450F-97BD-9E4045A28C22}" dt="2026-05-05T17:07:48.813" v="724" actId="255"/>
          <ac:spMkLst>
            <pc:docMk/>
            <pc:sldMk cId="3337473174" sldId="259"/>
            <ac:spMk id="9" creationId="{87329689-5789-94DD-F751-C8B6DCBD4051}"/>
          </ac:spMkLst>
        </pc:spChg>
        <pc:spChg chg="mod">
          <ac:chgData name="SUBRATH TARAFDAR" userId="a5918cc4-ce82-40cb-b9b5-dda911b6d753" providerId="ADAL" clId="{241F84E2-B6AB-450F-97BD-9E4045A28C22}" dt="2026-05-05T17:07:42.500" v="723" actId="255"/>
          <ac:spMkLst>
            <pc:docMk/>
            <pc:sldMk cId="3337473174" sldId="259"/>
            <ac:spMk id="10" creationId="{461B4E49-41CF-DA7C-9100-7677031F3BE9}"/>
          </ac:spMkLst>
        </pc:spChg>
        <pc:spChg chg="mod">
          <ac:chgData name="SUBRATH TARAFDAR" userId="a5918cc4-ce82-40cb-b9b5-dda911b6d753" providerId="ADAL" clId="{241F84E2-B6AB-450F-97BD-9E4045A28C22}" dt="2026-05-05T17:08:03.590" v="727" actId="255"/>
          <ac:spMkLst>
            <pc:docMk/>
            <pc:sldMk cId="3337473174" sldId="259"/>
            <ac:spMk id="11" creationId="{2858A6CC-5E8A-4793-5C62-80C4AFB37844}"/>
          </ac:spMkLst>
        </pc:spChg>
        <pc:spChg chg="mod topLvl">
          <ac:chgData name="SUBRATH TARAFDAR" userId="a5918cc4-ce82-40cb-b9b5-dda911b6d753" providerId="ADAL" clId="{241F84E2-B6AB-450F-97BD-9E4045A28C22}" dt="2026-05-05T17:08:56.300" v="736" actId="255"/>
          <ac:spMkLst>
            <pc:docMk/>
            <pc:sldMk cId="3337473174" sldId="259"/>
            <ac:spMk id="12" creationId="{A8E2CC9B-ACC8-8499-A9FE-FBC23D833C3A}"/>
          </ac:spMkLst>
        </pc:spChg>
        <pc:spChg chg="mod topLvl">
          <ac:chgData name="SUBRATH TARAFDAR" userId="a5918cc4-ce82-40cb-b9b5-dda911b6d753" providerId="ADAL" clId="{241F84E2-B6AB-450F-97BD-9E4045A28C22}" dt="2026-05-05T16:32:46.349" v="365" actId="1076"/>
          <ac:spMkLst>
            <pc:docMk/>
            <pc:sldMk cId="3337473174" sldId="259"/>
            <ac:spMk id="13" creationId="{5AAAF2D7-E525-A98F-1230-85A9904AFEEC}"/>
          </ac:spMkLst>
        </pc:spChg>
        <pc:spChg chg="mod topLvl">
          <ac:chgData name="SUBRATH TARAFDAR" userId="a5918cc4-ce82-40cb-b9b5-dda911b6d753" providerId="ADAL" clId="{241F84E2-B6AB-450F-97BD-9E4045A28C22}" dt="2026-05-05T16:31:44.904" v="360" actId="165"/>
          <ac:spMkLst>
            <pc:docMk/>
            <pc:sldMk cId="3337473174" sldId="259"/>
            <ac:spMk id="14" creationId="{E70715BA-A1C4-54B3-13D8-C6757709F587}"/>
          </ac:spMkLst>
        </pc:spChg>
        <pc:spChg chg="mod topLvl">
          <ac:chgData name="SUBRATH TARAFDAR" userId="a5918cc4-ce82-40cb-b9b5-dda911b6d753" providerId="ADAL" clId="{241F84E2-B6AB-450F-97BD-9E4045A28C22}" dt="2026-05-05T17:08:37.359" v="732" actId="255"/>
          <ac:spMkLst>
            <pc:docMk/>
            <pc:sldMk cId="3337473174" sldId="259"/>
            <ac:spMk id="15" creationId="{0C129803-4820-C231-20C4-E083E6D89FAC}"/>
          </ac:spMkLst>
        </pc:spChg>
        <pc:spChg chg="mod topLvl">
          <ac:chgData name="SUBRATH TARAFDAR" userId="a5918cc4-ce82-40cb-b9b5-dda911b6d753" providerId="ADAL" clId="{241F84E2-B6AB-450F-97BD-9E4045A28C22}" dt="2026-05-05T17:08:13.820" v="728" actId="255"/>
          <ac:spMkLst>
            <pc:docMk/>
            <pc:sldMk cId="3337473174" sldId="259"/>
            <ac:spMk id="16" creationId="{9DD875BF-A3AD-C6D0-DCBF-F5BF4C0F964C}"/>
          </ac:spMkLst>
        </pc:spChg>
        <pc:spChg chg="mod topLvl">
          <ac:chgData name="SUBRATH TARAFDAR" userId="a5918cc4-ce82-40cb-b9b5-dda911b6d753" providerId="ADAL" clId="{241F84E2-B6AB-450F-97BD-9E4045A28C22}" dt="2026-05-05T16:32:02.540" v="361" actId="255"/>
          <ac:spMkLst>
            <pc:docMk/>
            <pc:sldMk cId="3337473174" sldId="259"/>
            <ac:spMk id="17" creationId="{8AB82C07-1AB4-1141-B2D1-5AE96E1610AB}"/>
          </ac:spMkLst>
        </pc:spChg>
        <pc:spChg chg="mod topLvl">
          <ac:chgData name="SUBRATH TARAFDAR" userId="a5918cc4-ce82-40cb-b9b5-dda911b6d753" providerId="ADAL" clId="{241F84E2-B6AB-450F-97BD-9E4045A28C22}" dt="2026-05-05T17:08:41.519" v="733" actId="255"/>
          <ac:spMkLst>
            <pc:docMk/>
            <pc:sldMk cId="3337473174" sldId="259"/>
            <ac:spMk id="18" creationId="{4BAE136B-AEF0-4C9C-839F-A11CFB80E2BE}"/>
          </ac:spMkLst>
        </pc:spChg>
        <pc:spChg chg="mod topLvl">
          <ac:chgData name="SUBRATH TARAFDAR" userId="a5918cc4-ce82-40cb-b9b5-dda911b6d753" providerId="ADAL" clId="{241F84E2-B6AB-450F-97BD-9E4045A28C22}" dt="2026-05-05T17:08:17.634" v="729" actId="255"/>
          <ac:spMkLst>
            <pc:docMk/>
            <pc:sldMk cId="3337473174" sldId="259"/>
            <ac:spMk id="19" creationId="{997C5BC2-758A-BE73-0496-8051A80CB567}"/>
          </ac:spMkLst>
        </pc:spChg>
        <pc:spChg chg="mod topLvl">
          <ac:chgData name="SUBRATH TARAFDAR" userId="a5918cc4-ce82-40cb-b9b5-dda911b6d753" providerId="ADAL" clId="{241F84E2-B6AB-450F-97BD-9E4045A28C22}" dt="2026-05-05T16:31:44.904" v="360" actId="165"/>
          <ac:spMkLst>
            <pc:docMk/>
            <pc:sldMk cId="3337473174" sldId="259"/>
            <ac:spMk id="20" creationId="{78E7E441-0686-FAF6-EE2E-692801FC97C8}"/>
          </ac:spMkLst>
        </pc:spChg>
        <pc:spChg chg="mod topLvl">
          <ac:chgData name="SUBRATH TARAFDAR" userId="a5918cc4-ce82-40cb-b9b5-dda911b6d753" providerId="ADAL" clId="{241F84E2-B6AB-450F-97BD-9E4045A28C22}" dt="2026-05-05T17:08:46.353" v="734" actId="255"/>
          <ac:spMkLst>
            <pc:docMk/>
            <pc:sldMk cId="3337473174" sldId="259"/>
            <ac:spMk id="21" creationId="{D98A13CE-EBFF-0AAE-B001-6F81F8D753CD}"/>
          </ac:spMkLst>
        </pc:spChg>
        <pc:spChg chg="mod topLvl">
          <ac:chgData name="SUBRATH TARAFDAR" userId="a5918cc4-ce82-40cb-b9b5-dda911b6d753" providerId="ADAL" clId="{241F84E2-B6AB-450F-97BD-9E4045A28C22}" dt="2026-05-05T17:08:26.622" v="730" actId="255"/>
          <ac:spMkLst>
            <pc:docMk/>
            <pc:sldMk cId="3337473174" sldId="259"/>
            <ac:spMk id="22" creationId="{C37DCE07-D244-F046-9779-AF061C980127}"/>
          </ac:spMkLst>
        </pc:spChg>
        <pc:spChg chg="mod topLvl">
          <ac:chgData name="SUBRATH TARAFDAR" userId="a5918cc4-ce82-40cb-b9b5-dda911b6d753" providerId="ADAL" clId="{241F84E2-B6AB-450F-97BD-9E4045A28C22}" dt="2026-05-05T16:31:44.904" v="360" actId="165"/>
          <ac:spMkLst>
            <pc:docMk/>
            <pc:sldMk cId="3337473174" sldId="259"/>
            <ac:spMk id="23" creationId="{882CF7F4-90BC-54E3-6299-A2E7C8AD92A8}"/>
          </ac:spMkLst>
        </pc:spChg>
        <pc:spChg chg="mod topLvl">
          <ac:chgData name="SUBRATH TARAFDAR" userId="a5918cc4-ce82-40cb-b9b5-dda911b6d753" providerId="ADAL" clId="{241F84E2-B6AB-450F-97BD-9E4045A28C22}" dt="2026-05-05T17:08:50.297" v="735" actId="255"/>
          <ac:spMkLst>
            <pc:docMk/>
            <pc:sldMk cId="3337473174" sldId="259"/>
            <ac:spMk id="24" creationId="{259274B6-1C2B-BD25-848C-F973F5C7F570}"/>
          </ac:spMkLst>
        </pc:spChg>
        <pc:spChg chg="mod topLvl">
          <ac:chgData name="SUBRATH TARAFDAR" userId="a5918cc4-ce82-40cb-b9b5-dda911b6d753" providerId="ADAL" clId="{241F84E2-B6AB-450F-97BD-9E4045A28C22}" dt="2026-05-05T17:08:31.633" v="731" actId="255"/>
          <ac:spMkLst>
            <pc:docMk/>
            <pc:sldMk cId="3337473174" sldId="259"/>
            <ac:spMk id="25" creationId="{7482D263-79A2-DDC7-9980-589BF77D2F4E}"/>
          </ac:spMkLst>
        </pc:spChg>
        <pc:spChg chg="del">
          <ac:chgData name="SUBRATH TARAFDAR" userId="a5918cc4-ce82-40cb-b9b5-dda911b6d753" providerId="ADAL" clId="{241F84E2-B6AB-450F-97BD-9E4045A28C22}" dt="2026-05-06T00:11:32.262" v="872" actId="478"/>
          <ac:spMkLst>
            <pc:docMk/>
            <pc:sldMk cId="3337473174" sldId="259"/>
            <ac:spMk id="26" creationId="{E703DFE1-DA4D-8399-621D-EFE590B340D9}"/>
          </ac:spMkLst>
        </pc:spChg>
        <pc:grpChg chg="add del mod">
          <ac:chgData name="SUBRATH TARAFDAR" userId="a5918cc4-ce82-40cb-b9b5-dda911b6d753" providerId="ADAL" clId="{241F84E2-B6AB-450F-97BD-9E4045A28C22}" dt="2026-05-05T16:31:44.904" v="360" actId="165"/>
          <ac:grpSpMkLst>
            <pc:docMk/>
            <pc:sldMk cId="3337473174" sldId="259"/>
            <ac:grpSpMk id="26" creationId="{9B59865E-BB85-56F4-E515-46B5FAEF92C1}"/>
          </ac:grpSpMkLst>
        </pc:grpChg>
        <pc:graphicFrameChg chg="add del">
          <ac:chgData name="SUBRATH TARAFDAR" userId="a5918cc4-ce82-40cb-b9b5-dda911b6d753" providerId="ADAL" clId="{241F84E2-B6AB-450F-97BD-9E4045A28C22}" dt="2026-05-06T00:11:43.508" v="874" actId="26606"/>
          <ac:graphicFrameMkLst>
            <pc:docMk/>
            <pc:sldMk cId="3337473174" sldId="259"/>
            <ac:graphicFrameMk id="27" creationId="{8FA28A98-4DFC-B1E9-759D-AAF53D2B45A7}"/>
          </ac:graphicFrameMkLst>
        </pc:graphicFrameChg>
        <pc:graphicFrameChg chg="add del">
          <ac:chgData name="SUBRATH TARAFDAR" userId="a5918cc4-ce82-40cb-b9b5-dda911b6d753" providerId="ADAL" clId="{241F84E2-B6AB-450F-97BD-9E4045A28C22}" dt="2026-05-06T00:11:45.172" v="876" actId="26606"/>
          <ac:graphicFrameMkLst>
            <pc:docMk/>
            <pc:sldMk cId="3337473174" sldId="259"/>
            <ac:graphicFrameMk id="29" creationId="{17FC2B2E-730B-93DB-C5F9-4CCA952AAB84}"/>
          </ac:graphicFrameMkLst>
        </pc:graphicFrameChg>
        <pc:graphicFrameChg chg="add mod modGraphic">
          <ac:chgData name="SUBRATH TARAFDAR" userId="a5918cc4-ce82-40cb-b9b5-dda911b6d753" providerId="ADAL" clId="{241F84E2-B6AB-450F-97BD-9E4045A28C22}" dt="2026-05-06T00:33:08.855" v="1177" actId="12269"/>
          <ac:graphicFrameMkLst>
            <pc:docMk/>
            <pc:sldMk cId="3337473174" sldId="259"/>
            <ac:graphicFrameMk id="31" creationId="{F9004CE2-F775-9C5B-2B09-F7811F23A549}"/>
          </ac:graphicFrameMkLst>
        </pc:graphicFrameChg>
        <pc:picChg chg="mod">
          <ac:chgData name="SUBRATH TARAFDAR" userId="a5918cc4-ce82-40cb-b9b5-dda911b6d753" providerId="ADAL" clId="{241F84E2-B6AB-450F-97BD-9E4045A28C22}" dt="2026-05-05T16:29:35.870" v="341" actId="1076"/>
          <ac:picMkLst>
            <pc:docMk/>
            <pc:sldMk cId="3337473174" sldId="259"/>
            <ac:picMk id="6" creationId="{C6991783-CF63-E9FF-C990-E7F0BD5C3E15}"/>
          </ac:picMkLst>
        </pc:picChg>
      </pc:sldChg>
      <pc:sldChg chg="modSp del mod">
        <pc:chgData name="SUBRATH TARAFDAR" userId="a5918cc4-ce82-40cb-b9b5-dda911b6d753" providerId="ADAL" clId="{241F84E2-B6AB-450F-97BD-9E4045A28C22}" dt="2026-05-05T21:21:17.028" v="747" actId="47"/>
        <pc:sldMkLst>
          <pc:docMk/>
          <pc:sldMk cId="89777724" sldId="260"/>
        </pc:sldMkLst>
        <pc:spChg chg="mod">
          <ac:chgData name="SUBRATH TARAFDAR" userId="a5918cc4-ce82-40cb-b9b5-dda911b6d753" providerId="ADAL" clId="{241F84E2-B6AB-450F-97BD-9E4045A28C22}" dt="2026-05-05T16:40:07.574" v="417" actId="14100"/>
          <ac:spMkLst>
            <pc:docMk/>
            <pc:sldMk cId="89777724" sldId="260"/>
            <ac:spMk id="4" creationId="{6A3550D1-C126-F820-C9E3-7E7CE0BC1F1F}"/>
          </ac:spMkLst>
        </pc:spChg>
        <pc:spChg chg="mod">
          <ac:chgData name="SUBRATH TARAFDAR" userId="a5918cc4-ce82-40cb-b9b5-dda911b6d753" providerId="ADAL" clId="{241F84E2-B6AB-450F-97BD-9E4045A28C22}" dt="2026-05-05T16:39:17.260" v="415" actId="1076"/>
          <ac:spMkLst>
            <pc:docMk/>
            <pc:sldMk cId="89777724" sldId="260"/>
            <ac:spMk id="6" creationId="{A00D636F-01C1-5507-502B-A3D355E7E620}"/>
          </ac:spMkLst>
        </pc:spChg>
        <pc:spChg chg="mod">
          <ac:chgData name="SUBRATH TARAFDAR" userId="a5918cc4-ce82-40cb-b9b5-dda911b6d753" providerId="ADAL" clId="{241F84E2-B6AB-450F-97BD-9E4045A28C22}" dt="2026-05-05T16:39:12.582" v="414" actId="1076"/>
          <ac:spMkLst>
            <pc:docMk/>
            <pc:sldMk cId="89777724" sldId="260"/>
            <ac:spMk id="7" creationId="{592023E6-FCC2-9542-BC05-97B61DFC859E}"/>
          </ac:spMkLst>
        </pc:spChg>
        <pc:spChg chg="mod">
          <ac:chgData name="SUBRATH TARAFDAR" userId="a5918cc4-ce82-40cb-b9b5-dda911b6d753" providerId="ADAL" clId="{241F84E2-B6AB-450F-97BD-9E4045A28C22}" dt="2026-05-05T16:38:57.236" v="411" actId="1076"/>
          <ac:spMkLst>
            <pc:docMk/>
            <pc:sldMk cId="89777724" sldId="260"/>
            <ac:spMk id="8" creationId="{5702B02C-5EE8-FE58-6B35-4B9786B45C72}"/>
          </ac:spMkLst>
        </pc:spChg>
        <pc:spChg chg="mod">
          <ac:chgData name="SUBRATH TARAFDAR" userId="a5918cc4-ce82-40cb-b9b5-dda911b6d753" providerId="ADAL" clId="{241F84E2-B6AB-450F-97BD-9E4045A28C22}" dt="2026-05-05T16:38:31.542" v="397" actId="14100"/>
          <ac:spMkLst>
            <pc:docMk/>
            <pc:sldMk cId="89777724" sldId="260"/>
            <ac:spMk id="9" creationId="{B4884819-9750-3429-B1ED-09D6664DFC42}"/>
          </ac:spMkLst>
        </pc:spChg>
        <pc:spChg chg="mod">
          <ac:chgData name="SUBRATH TARAFDAR" userId="a5918cc4-ce82-40cb-b9b5-dda911b6d753" providerId="ADAL" clId="{241F84E2-B6AB-450F-97BD-9E4045A28C22}" dt="2026-05-05T16:38:41.699" v="400" actId="14100"/>
          <ac:spMkLst>
            <pc:docMk/>
            <pc:sldMk cId="89777724" sldId="260"/>
            <ac:spMk id="11" creationId="{759EF72B-ACDC-1210-FE8D-48349D109668}"/>
          </ac:spMkLst>
        </pc:spChg>
        <pc:picChg chg="mod">
          <ac:chgData name="SUBRATH TARAFDAR" userId="a5918cc4-ce82-40cb-b9b5-dda911b6d753" providerId="ADAL" clId="{241F84E2-B6AB-450F-97BD-9E4045A28C22}" dt="2026-05-05T16:40:04.183" v="416" actId="14100"/>
          <ac:picMkLst>
            <pc:docMk/>
            <pc:sldMk cId="89777724" sldId="260"/>
            <ac:picMk id="5" creationId="{D9966578-7CBB-E2A4-A8BD-9220BFC8D287}"/>
          </ac:picMkLst>
        </pc:picChg>
        <pc:picChg chg="mod">
          <ac:chgData name="SUBRATH TARAFDAR" userId="a5918cc4-ce82-40cb-b9b5-dda911b6d753" providerId="ADAL" clId="{241F84E2-B6AB-450F-97BD-9E4045A28C22}" dt="2026-05-05T16:38:48.502" v="410" actId="1035"/>
          <ac:picMkLst>
            <pc:docMk/>
            <pc:sldMk cId="89777724" sldId="260"/>
            <ac:picMk id="10" creationId="{A28E7561-57F2-05EF-9DBE-A95C5E545F2B}"/>
          </ac:picMkLst>
        </pc:picChg>
      </pc:sldChg>
      <pc:sldChg chg="addSp modSp del mod">
        <pc:chgData name="SUBRATH TARAFDAR" userId="a5918cc4-ce82-40cb-b9b5-dda911b6d753" providerId="ADAL" clId="{241F84E2-B6AB-450F-97BD-9E4045A28C22}" dt="2026-05-05T21:21:19.490" v="748" actId="47"/>
        <pc:sldMkLst>
          <pc:docMk/>
          <pc:sldMk cId="454489926" sldId="261"/>
        </pc:sldMkLst>
        <pc:spChg chg="mod">
          <ac:chgData name="SUBRATH TARAFDAR" userId="a5918cc4-ce82-40cb-b9b5-dda911b6d753" providerId="ADAL" clId="{241F84E2-B6AB-450F-97BD-9E4045A28C22}" dt="2026-05-05T16:41:20.080" v="425" actId="1076"/>
          <ac:spMkLst>
            <pc:docMk/>
            <pc:sldMk cId="454489926" sldId="261"/>
            <ac:spMk id="4" creationId="{EB8FB353-617F-8016-02D3-D91198B612CB}"/>
          </ac:spMkLst>
        </pc:spChg>
        <pc:spChg chg="mod">
          <ac:chgData name="SUBRATH TARAFDAR" userId="a5918cc4-ce82-40cb-b9b5-dda911b6d753" providerId="ADAL" clId="{241F84E2-B6AB-450F-97BD-9E4045A28C22}" dt="2026-05-05T17:21:21.956" v="742" actId="20577"/>
          <ac:spMkLst>
            <pc:docMk/>
            <pc:sldMk cId="454489926" sldId="261"/>
            <ac:spMk id="5" creationId="{AE0C7D4A-B62D-2248-03D0-A9D2672831A0}"/>
          </ac:spMkLst>
        </pc:spChg>
        <pc:spChg chg="mod">
          <ac:chgData name="SUBRATH TARAFDAR" userId="a5918cc4-ce82-40cb-b9b5-dda911b6d753" providerId="ADAL" clId="{241F84E2-B6AB-450F-97BD-9E4045A28C22}" dt="2026-05-05T16:40:21.847" v="418" actId="164"/>
          <ac:spMkLst>
            <pc:docMk/>
            <pc:sldMk cId="454489926" sldId="261"/>
            <ac:spMk id="7" creationId="{96942AFD-159C-63AF-487C-D59C49BE8822}"/>
          </ac:spMkLst>
        </pc:spChg>
        <pc:spChg chg="mod">
          <ac:chgData name="SUBRATH TARAFDAR" userId="a5918cc4-ce82-40cb-b9b5-dda911b6d753" providerId="ADAL" clId="{241F84E2-B6AB-450F-97BD-9E4045A28C22}" dt="2026-05-05T16:41:45.274" v="426" actId="255"/>
          <ac:spMkLst>
            <pc:docMk/>
            <pc:sldMk cId="454489926" sldId="261"/>
            <ac:spMk id="8" creationId="{ED47683B-57E0-E1A1-0F24-F9592B2B0451}"/>
          </ac:spMkLst>
        </pc:spChg>
        <pc:spChg chg="mod">
          <ac:chgData name="SUBRATH TARAFDAR" userId="a5918cc4-ce82-40cb-b9b5-dda911b6d753" providerId="ADAL" clId="{241F84E2-B6AB-450F-97BD-9E4045A28C22}" dt="2026-05-05T16:40:21.847" v="418" actId="164"/>
          <ac:spMkLst>
            <pc:docMk/>
            <pc:sldMk cId="454489926" sldId="261"/>
            <ac:spMk id="10" creationId="{302E98E7-4159-7957-B6FF-1B3EB82F682B}"/>
          </ac:spMkLst>
        </pc:spChg>
        <pc:spChg chg="mod">
          <ac:chgData name="SUBRATH TARAFDAR" userId="a5918cc4-ce82-40cb-b9b5-dda911b6d753" providerId="ADAL" clId="{241F84E2-B6AB-450F-97BD-9E4045A28C22}" dt="2026-05-05T16:41:50.244" v="427" actId="255"/>
          <ac:spMkLst>
            <pc:docMk/>
            <pc:sldMk cId="454489926" sldId="261"/>
            <ac:spMk id="11" creationId="{85C4806E-DBB8-BE91-84DA-4E02D32E275F}"/>
          </ac:spMkLst>
        </pc:spChg>
        <pc:spChg chg="mod">
          <ac:chgData name="SUBRATH TARAFDAR" userId="a5918cc4-ce82-40cb-b9b5-dda911b6d753" providerId="ADAL" clId="{241F84E2-B6AB-450F-97BD-9E4045A28C22}" dt="2026-05-05T16:40:21.847" v="418" actId="164"/>
          <ac:spMkLst>
            <pc:docMk/>
            <pc:sldMk cId="454489926" sldId="261"/>
            <ac:spMk id="13" creationId="{5DDF5559-7AB8-E19F-1AA0-4478DA713D46}"/>
          </ac:spMkLst>
        </pc:spChg>
        <pc:spChg chg="mod">
          <ac:chgData name="SUBRATH TARAFDAR" userId="a5918cc4-ce82-40cb-b9b5-dda911b6d753" providerId="ADAL" clId="{241F84E2-B6AB-450F-97BD-9E4045A28C22}" dt="2026-05-05T16:41:58.465" v="429" actId="255"/>
          <ac:spMkLst>
            <pc:docMk/>
            <pc:sldMk cId="454489926" sldId="261"/>
            <ac:spMk id="14" creationId="{1CC87EED-5101-8842-E4B6-870A7F11F310}"/>
          </ac:spMkLst>
        </pc:spChg>
        <pc:spChg chg="mod">
          <ac:chgData name="SUBRATH TARAFDAR" userId="a5918cc4-ce82-40cb-b9b5-dda911b6d753" providerId="ADAL" clId="{241F84E2-B6AB-450F-97BD-9E4045A28C22}" dt="2026-05-05T16:40:21.847" v="418" actId="164"/>
          <ac:spMkLst>
            <pc:docMk/>
            <pc:sldMk cId="454489926" sldId="261"/>
            <ac:spMk id="16" creationId="{268CF49E-CC83-97D1-DA66-3509C2A8AF93}"/>
          </ac:spMkLst>
        </pc:spChg>
        <pc:spChg chg="mod">
          <ac:chgData name="SUBRATH TARAFDAR" userId="a5918cc4-ce82-40cb-b9b5-dda911b6d753" providerId="ADAL" clId="{241F84E2-B6AB-450F-97BD-9E4045A28C22}" dt="2026-05-05T16:41:54.070" v="428" actId="255"/>
          <ac:spMkLst>
            <pc:docMk/>
            <pc:sldMk cId="454489926" sldId="261"/>
            <ac:spMk id="17" creationId="{6D204006-5B8F-949A-328D-BF93D62C1ABF}"/>
          </ac:spMkLst>
        </pc:spChg>
        <pc:grpChg chg="add mod">
          <ac:chgData name="SUBRATH TARAFDAR" userId="a5918cc4-ce82-40cb-b9b5-dda911b6d753" providerId="ADAL" clId="{241F84E2-B6AB-450F-97BD-9E4045A28C22}" dt="2026-05-05T16:40:48.895" v="421" actId="1076"/>
          <ac:grpSpMkLst>
            <pc:docMk/>
            <pc:sldMk cId="454489926" sldId="261"/>
            <ac:grpSpMk id="18" creationId="{2479652A-3043-F18B-46AE-DD88D3F39BAD}"/>
          </ac:grpSpMkLst>
        </pc:grpChg>
        <pc:picChg chg="mod">
          <ac:chgData name="SUBRATH TARAFDAR" userId="a5918cc4-ce82-40cb-b9b5-dda911b6d753" providerId="ADAL" clId="{241F84E2-B6AB-450F-97BD-9E4045A28C22}" dt="2026-05-05T16:40:21.847" v="418" actId="164"/>
          <ac:picMkLst>
            <pc:docMk/>
            <pc:sldMk cId="454489926" sldId="261"/>
            <ac:picMk id="6" creationId="{4F194F68-7A03-2645-1C02-44C4B9A86673}"/>
          </ac:picMkLst>
        </pc:picChg>
        <pc:picChg chg="mod">
          <ac:chgData name="SUBRATH TARAFDAR" userId="a5918cc4-ce82-40cb-b9b5-dda911b6d753" providerId="ADAL" clId="{241F84E2-B6AB-450F-97BD-9E4045A28C22}" dt="2026-05-05T16:40:21.847" v="418" actId="164"/>
          <ac:picMkLst>
            <pc:docMk/>
            <pc:sldMk cId="454489926" sldId="261"/>
            <ac:picMk id="9" creationId="{1DEE331F-AFCB-DE80-B3CC-93599CB57A02}"/>
          </ac:picMkLst>
        </pc:picChg>
        <pc:picChg chg="mod">
          <ac:chgData name="SUBRATH TARAFDAR" userId="a5918cc4-ce82-40cb-b9b5-dda911b6d753" providerId="ADAL" clId="{241F84E2-B6AB-450F-97BD-9E4045A28C22}" dt="2026-05-05T16:40:21.847" v="418" actId="164"/>
          <ac:picMkLst>
            <pc:docMk/>
            <pc:sldMk cId="454489926" sldId="261"/>
            <ac:picMk id="12" creationId="{38EE68A8-B1DC-410F-CE2E-94A236948A4B}"/>
          </ac:picMkLst>
        </pc:picChg>
        <pc:picChg chg="mod">
          <ac:chgData name="SUBRATH TARAFDAR" userId="a5918cc4-ce82-40cb-b9b5-dda911b6d753" providerId="ADAL" clId="{241F84E2-B6AB-450F-97BD-9E4045A28C22}" dt="2026-05-05T16:40:21.847" v="418" actId="164"/>
          <ac:picMkLst>
            <pc:docMk/>
            <pc:sldMk cId="454489926" sldId="261"/>
            <ac:picMk id="15" creationId="{53DE5535-5B49-9819-047D-18823F8E7F55}"/>
          </ac:picMkLst>
        </pc:picChg>
      </pc:sldChg>
      <pc:sldChg chg="addSp delSp modSp del mod">
        <pc:chgData name="SUBRATH TARAFDAR" userId="a5918cc4-ce82-40cb-b9b5-dda911b6d753" providerId="ADAL" clId="{241F84E2-B6AB-450F-97BD-9E4045A28C22}" dt="2026-05-05T21:21:21.379" v="749" actId="47"/>
        <pc:sldMkLst>
          <pc:docMk/>
          <pc:sldMk cId="403148472" sldId="262"/>
        </pc:sldMkLst>
        <pc:spChg chg="mod">
          <ac:chgData name="SUBRATH TARAFDAR" userId="a5918cc4-ce82-40cb-b9b5-dda911b6d753" providerId="ADAL" clId="{241F84E2-B6AB-450F-97BD-9E4045A28C22}" dt="2026-05-05T16:43:33.389" v="446" actId="1076"/>
          <ac:spMkLst>
            <pc:docMk/>
            <pc:sldMk cId="403148472" sldId="262"/>
            <ac:spMk id="4" creationId="{3A40339A-6722-4DF4-8B9F-09FBFA48F501}"/>
          </ac:spMkLst>
        </pc:spChg>
        <pc:spChg chg="mod">
          <ac:chgData name="SUBRATH TARAFDAR" userId="a5918cc4-ce82-40cb-b9b5-dda911b6d753" providerId="ADAL" clId="{241F84E2-B6AB-450F-97BD-9E4045A28C22}" dt="2026-05-05T16:43:44.815" v="447" actId="2711"/>
          <ac:spMkLst>
            <pc:docMk/>
            <pc:sldMk cId="403148472" sldId="262"/>
            <ac:spMk id="5" creationId="{C42593C8-12B2-70A0-59A6-B2D29D439539}"/>
          </ac:spMkLst>
        </pc:spChg>
        <pc:spChg chg="mod topLvl">
          <ac:chgData name="SUBRATH TARAFDAR" userId="a5918cc4-ce82-40cb-b9b5-dda911b6d753" providerId="ADAL" clId="{241F84E2-B6AB-450F-97BD-9E4045A28C22}" dt="2026-05-05T16:47:54.125" v="470" actId="14100"/>
          <ac:spMkLst>
            <pc:docMk/>
            <pc:sldMk cId="403148472" sldId="262"/>
            <ac:spMk id="8" creationId="{A516689C-0019-0E24-8DAE-B0D034E4FFCF}"/>
          </ac:spMkLst>
        </pc:spChg>
        <pc:spChg chg="mod topLvl">
          <ac:chgData name="SUBRATH TARAFDAR" userId="a5918cc4-ce82-40cb-b9b5-dda911b6d753" providerId="ADAL" clId="{241F84E2-B6AB-450F-97BD-9E4045A28C22}" dt="2026-05-05T16:48:00.170" v="472" actId="1076"/>
          <ac:spMkLst>
            <pc:docMk/>
            <pc:sldMk cId="403148472" sldId="262"/>
            <ac:spMk id="9" creationId="{97AE6B96-4E52-5790-FCF3-07D3786523B7}"/>
          </ac:spMkLst>
        </pc:spChg>
        <pc:spChg chg="mod topLvl">
          <ac:chgData name="SUBRATH TARAFDAR" userId="a5918cc4-ce82-40cb-b9b5-dda911b6d753" providerId="ADAL" clId="{241F84E2-B6AB-450F-97BD-9E4045A28C22}" dt="2026-05-05T16:46:35.791" v="467" actId="14100"/>
          <ac:spMkLst>
            <pc:docMk/>
            <pc:sldMk cId="403148472" sldId="262"/>
            <ac:spMk id="10" creationId="{649461CB-19E3-1D1E-FBF0-71140F449299}"/>
          </ac:spMkLst>
        </pc:spChg>
        <pc:spChg chg="mod topLvl">
          <ac:chgData name="SUBRATH TARAFDAR" userId="a5918cc4-ce82-40cb-b9b5-dda911b6d753" providerId="ADAL" clId="{241F84E2-B6AB-450F-97BD-9E4045A28C22}" dt="2026-05-05T16:46:31.545" v="466" actId="1076"/>
          <ac:spMkLst>
            <pc:docMk/>
            <pc:sldMk cId="403148472" sldId="262"/>
            <ac:spMk id="12" creationId="{B1001E56-7FED-26DF-6638-3C9481D1468D}"/>
          </ac:spMkLst>
        </pc:spChg>
        <pc:grpChg chg="add del mod">
          <ac:chgData name="SUBRATH TARAFDAR" userId="a5918cc4-ce82-40cb-b9b5-dda911b6d753" providerId="ADAL" clId="{241F84E2-B6AB-450F-97BD-9E4045A28C22}" dt="2026-05-05T16:44:22.242" v="448" actId="165"/>
          <ac:grpSpMkLst>
            <pc:docMk/>
            <pc:sldMk cId="403148472" sldId="262"/>
            <ac:grpSpMk id="13" creationId="{2A0C0555-3EB7-A8B3-ADEC-5A9AA1EA9BA9}"/>
          </ac:grpSpMkLst>
        </pc:grpChg>
        <pc:picChg chg="mod">
          <ac:chgData name="SUBRATH TARAFDAR" userId="a5918cc4-ce82-40cb-b9b5-dda911b6d753" providerId="ADAL" clId="{241F84E2-B6AB-450F-97BD-9E4045A28C22}" dt="2026-05-05T16:47:21.140" v="468" actId="14100"/>
          <ac:picMkLst>
            <pc:docMk/>
            <pc:sldMk cId="403148472" sldId="262"/>
            <ac:picMk id="6" creationId="{1DCC4B29-ECB0-968F-AC87-BF3668708C01}"/>
          </ac:picMkLst>
        </pc:picChg>
        <pc:picChg chg="del mod">
          <ac:chgData name="SUBRATH TARAFDAR" userId="a5918cc4-ce82-40cb-b9b5-dda911b6d753" providerId="ADAL" clId="{241F84E2-B6AB-450F-97BD-9E4045A28C22}" dt="2026-05-05T16:43:03.700" v="439" actId="478"/>
          <ac:picMkLst>
            <pc:docMk/>
            <pc:sldMk cId="403148472" sldId="262"/>
            <ac:picMk id="7" creationId="{6CD9BF35-F559-1B48-992B-47DB1D6FD841}"/>
          </ac:picMkLst>
        </pc:picChg>
        <pc:picChg chg="mod topLvl">
          <ac:chgData name="SUBRATH TARAFDAR" userId="a5918cc4-ce82-40cb-b9b5-dda911b6d753" providerId="ADAL" clId="{241F84E2-B6AB-450F-97BD-9E4045A28C22}" dt="2026-05-05T16:46:10.025" v="461" actId="1076"/>
          <ac:picMkLst>
            <pc:docMk/>
            <pc:sldMk cId="403148472" sldId="262"/>
            <ac:picMk id="11" creationId="{0A810F75-6D2B-A31B-E8A9-BAE38D735BB6}"/>
          </ac:picMkLst>
        </pc:picChg>
      </pc:sldChg>
      <pc:sldChg chg="addSp delSp modSp del mod">
        <pc:chgData name="SUBRATH TARAFDAR" userId="a5918cc4-ce82-40cb-b9b5-dda911b6d753" providerId="ADAL" clId="{241F84E2-B6AB-450F-97BD-9E4045A28C22}" dt="2026-05-05T21:21:23.631" v="750" actId="47"/>
        <pc:sldMkLst>
          <pc:docMk/>
          <pc:sldMk cId="3715065021" sldId="263"/>
        </pc:sldMkLst>
        <pc:spChg chg="mod">
          <ac:chgData name="SUBRATH TARAFDAR" userId="a5918cc4-ce82-40cb-b9b5-dda911b6d753" providerId="ADAL" clId="{241F84E2-B6AB-450F-97BD-9E4045A28C22}" dt="2026-05-05T16:50:01.768" v="489" actId="14100"/>
          <ac:spMkLst>
            <pc:docMk/>
            <pc:sldMk cId="3715065021" sldId="263"/>
            <ac:spMk id="4" creationId="{B17ED584-8A69-8E33-8CC6-36AB11817324}"/>
          </ac:spMkLst>
        </pc:spChg>
        <pc:spChg chg="mod topLvl">
          <ac:chgData name="SUBRATH TARAFDAR" userId="a5918cc4-ce82-40cb-b9b5-dda911b6d753" providerId="ADAL" clId="{241F84E2-B6AB-450F-97BD-9E4045A28C22}" dt="2026-05-05T16:53:23.306" v="529" actId="1036"/>
          <ac:spMkLst>
            <pc:docMk/>
            <pc:sldMk cId="3715065021" sldId="263"/>
            <ac:spMk id="6" creationId="{C6A8E0D3-01BA-3503-97A0-440AF8EB6812}"/>
          </ac:spMkLst>
        </pc:spChg>
        <pc:spChg chg="mod topLvl">
          <ac:chgData name="SUBRATH TARAFDAR" userId="a5918cc4-ce82-40cb-b9b5-dda911b6d753" providerId="ADAL" clId="{241F84E2-B6AB-450F-97BD-9E4045A28C22}" dt="2026-05-05T16:53:19.082" v="518" actId="1076"/>
          <ac:spMkLst>
            <pc:docMk/>
            <pc:sldMk cId="3715065021" sldId="263"/>
            <ac:spMk id="7" creationId="{B6288008-4B57-18C9-4363-8069C8938620}"/>
          </ac:spMkLst>
        </pc:spChg>
        <pc:spChg chg="mod topLvl">
          <ac:chgData name="SUBRATH TARAFDAR" userId="a5918cc4-ce82-40cb-b9b5-dda911b6d753" providerId="ADAL" clId="{241F84E2-B6AB-450F-97BD-9E4045A28C22}" dt="2026-05-05T16:52:03.266" v="507" actId="1076"/>
          <ac:spMkLst>
            <pc:docMk/>
            <pc:sldMk cId="3715065021" sldId="263"/>
            <ac:spMk id="8" creationId="{ED03C5B6-EAE6-69FF-054E-CBD1BDAF6695}"/>
          </ac:spMkLst>
        </pc:spChg>
        <pc:spChg chg="mod topLvl">
          <ac:chgData name="SUBRATH TARAFDAR" userId="a5918cc4-ce82-40cb-b9b5-dda911b6d753" providerId="ADAL" clId="{241F84E2-B6AB-450F-97BD-9E4045A28C22}" dt="2026-05-05T16:50:36.979" v="495" actId="165"/>
          <ac:spMkLst>
            <pc:docMk/>
            <pc:sldMk cId="3715065021" sldId="263"/>
            <ac:spMk id="9" creationId="{6E4421E2-8C91-6FA4-8331-F06551FE46E2}"/>
          </ac:spMkLst>
        </pc:spChg>
        <pc:spChg chg="mod topLvl">
          <ac:chgData name="SUBRATH TARAFDAR" userId="a5918cc4-ce82-40cb-b9b5-dda911b6d753" providerId="ADAL" clId="{241F84E2-B6AB-450F-97BD-9E4045A28C22}" dt="2026-05-05T16:52:45.591" v="514" actId="14100"/>
          <ac:spMkLst>
            <pc:docMk/>
            <pc:sldMk cId="3715065021" sldId="263"/>
            <ac:spMk id="10" creationId="{89E56971-1C45-06ED-7386-DA28D9AB6C6F}"/>
          </ac:spMkLst>
        </pc:spChg>
        <pc:spChg chg="mod topLvl">
          <ac:chgData name="SUBRATH TARAFDAR" userId="a5918cc4-ce82-40cb-b9b5-dda911b6d753" providerId="ADAL" clId="{241F84E2-B6AB-450F-97BD-9E4045A28C22}" dt="2026-05-05T16:52:28.714" v="512" actId="255"/>
          <ac:spMkLst>
            <pc:docMk/>
            <pc:sldMk cId="3715065021" sldId="263"/>
            <ac:spMk id="12" creationId="{58F4DB59-6A3D-E46F-AEC4-CD26619C0107}"/>
          </ac:spMkLst>
        </pc:spChg>
        <pc:spChg chg="mod topLvl">
          <ac:chgData name="SUBRATH TARAFDAR" userId="a5918cc4-ce82-40cb-b9b5-dda911b6d753" providerId="ADAL" clId="{241F84E2-B6AB-450F-97BD-9E4045A28C22}" dt="2026-05-05T16:52:09.963" v="508" actId="255"/>
          <ac:spMkLst>
            <pc:docMk/>
            <pc:sldMk cId="3715065021" sldId="263"/>
            <ac:spMk id="13" creationId="{B70AC3B2-B4F6-8BDE-4B67-F192C4CFFF2B}"/>
          </ac:spMkLst>
        </pc:spChg>
        <pc:spChg chg="mod topLvl">
          <ac:chgData name="SUBRATH TARAFDAR" userId="a5918cc4-ce82-40cb-b9b5-dda911b6d753" providerId="ADAL" clId="{241F84E2-B6AB-450F-97BD-9E4045A28C22}" dt="2026-05-05T16:50:36.979" v="495" actId="165"/>
          <ac:spMkLst>
            <pc:docMk/>
            <pc:sldMk cId="3715065021" sldId="263"/>
            <ac:spMk id="14" creationId="{0443BFFA-E636-B9F4-E099-A9C9FA7D56E2}"/>
          </ac:spMkLst>
        </pc:spChg>
        <pc:spChg chg="mod topLvl">
          <ac:chgData name="SUBRATH TARAFDAR" userId="a5918cc4-ce82-40cb-b9b5-dda911b6d753" providerId="ADAL" clId="{241F84E2-B6AB-450F-97BD-9E4045A28C22}" dt="2026-05-05T16:52:49.837" v="515" actId="14100"/>
          <ac:spMkLst>
            <pc:docMk/>
            <pc:sldMk cId="3715065021" sldId="263"/>
            <ac:spMk id="15" creationId="{3D9D648F-B6B9-A281-16B3-1990085BF3DB}"/>
          </ac:spMkLst>
        </pc:spChg>
        <pc:spChg chg="mod topLvl">
          <ac:chgData name="SUBRATH TARAFDAR" userId="a5918cc4-ce82-40cb-b9b5-dda911b6d753" providerId="ADAL" clId="{241F84E2-B6AB-450F-97BD-9E4045A28C22}" dt="2026-05-05T16:52:32.909" v="513" actId="255"/>
          <ac:spMkLst>
            <pc:docMk/>
            <pc:sldMk cId="3715065021" sldId="263"/>
            <ac:spMk id="17" creationId="{457A2F2B-9188-2AA6-89A5-82176E7300A9}"/>
          </ac:spMkLst>
        </pc:spChg>
        <pc:spChg chg="mod topLvl">
          <ac:chgData name="SUBRATH TARAFDAR" userId="a5918cc4-ce82-40cb-b9b5-dda911b6d753" providerId="ADAL" clId="{241F84E2-B6AB-450F-97BD-9E4045A28C22}" dt="2026-05-05T16:52:14.533" v="509" actId="255"/>
          <ac:spMkLst>
            <pc:docMk/>
            <pc:sldMk cId="3715065021" sldId="263"/>
            <ac:spMk id="18" creationId="{6A91D059-B55E-6A4A-FB36-A694A976837B}"/>
          </ac:spMkLst>
        </pc:spChg>
        <pc:spChg chg="mod topLvl">
          <ac:chgData name="SUBRATH TARAFDAR" userId="a5918cc4-ce82-40cb-b9b5-dda911b6d753" providerId="ADAL" clId="{241F84E2-B6AB-450F-97BD-9E4045A28C22}" dt="2026-05-05T16:50:36.979" v="495" actId="165"/>
          <ac:spMkLst>
            <pc:docMk/>
            <pc:sldMk cId="3715065021" sldId="263"/>
            <ac:spMk id="19" creationId="{36E4F573-282A-6D35-0703-1AA615E9BA4F}"/>
          </ac:spMkLst>
        </pc:spChg>
        <pc:spChg chg="mod topLvl">
          <ac:chgData name="SUBRATH TARAFDAR" userId="a5918cc4-ce82-40cb-b9b5-dda911b6d753" providerId="ADAL" clId="{241F84E2-B6AB-450F-97BD-9E4045A28C22}" dt="2026-05-05T16:53:11.502" v="517" actId="14100"/>
          <ac:spMkLst>
            <pc:docMk/>
            <pc:sldMk cId="3715065021" sldId="263"/>
            <ac:spMk id="20" creationId="{7DF3703A-378C-8915-3D94-5809D10289FE}"/>
          </ac:spMkLst>
        </pc:spChg>
        <pc:spChg chg="mod topLvl">
          <ac:chgData name="SUBRATH TARAFDAR" userId="a5918cc4-ce82-40cb-b9b5-dda911b6d753" providerId="ADAL" clId="{241F84E2-B6AB-450F-97BD-9E4045A28C22}" dt="2026-05-05T16:52:24.143" v="511" actId="255"/>
          <ac:spMkLst>
            <pc:docMk/>
            <pc:sldMk cId="3715065021" sldId="263"/>
            <ac:spMk id="22" creationId="{AAB3C41F-2E9C-6D24-FE6A-225C210E41EB}"/>
          </ac:spMkLst>
        </pc:spChg>
        <pc:spChg chg="mod topLvl">
          <ac:chgData name="SUBRATH TARAFDAR" userId="a5918cc4-ce82-40cb-b9b5-dda911b6d753" providerId="ADAL" clId="{241F84E2-B6AB-450F-97BD-9E4045A28C22}" dt="2026-05-05T16:52:19.272" v="510" actId="255"/>
          <ac:spMkLst>
            <pc:docMk/>
            <pc:sldMk cId="3715065021" sldId="263"/>
            <ac:spMk id="23" creationId="{CC9B11BC-9910-BC0E-8B2B-B02BEF8EE42A}"/>
          </ac:spMkLst>
        </pc:spChg>
        <pc:grpChg chg="add del mod">
          <ac:chgData name="SUBRATH TARAFDAR" userId="a5918cc4-ce82-40cb-b9b5-dda911b6d753" providerId="ADAL" clId="{241F84E2-B6AB-450F-97BD-9E4045A28C22}" dt="2026-05-05T16:50:36.979" v="495" actId="165"/>
          <ac:grpSpMkLst>
            <pc:docMk/>
            <pc:sldMk cId="3715065021" sldId="263"/>
            <ac:grpSpMk id="24" creationId="{FAD7129C-DBAC-FC65-36F5-8991385E77C9}"/>
          </ac:grpSpMkLst>
        </pc:grpChg>
        <pc:picChg chg="mod">
          <ac:chgData name="SUBRATH TARAFDAR" userId="a5918cc4-ce82-40cb-b9b5-dda911b6d753" providerId="ADAL" clId="{241F84E2-B6AB-450F-97BD-9E4045A28C22}" dt="2026-05-05T16:49:59.304" v="488" actId="14100"/>
          <ac:picMkLst>
            <pc:docMk/>
            <pc:sldMk cId="3715065021" sldId="263"/>
            <ac:picMk id="5" creationId="{5D314B4D-2B9A-A2A8-1D3B-1760FBAD18C8}"/>
          </ac:picMkLst>
        </pc:picChg>
        <pc:picChg chg="mod topLvl">
          <ac:chgData name="SUBRATH TARAFDAR" userId="a5918cc4-ce82-40cb-b9b5-dda911b6d753" providerId="ADAL" clId="{241F84E2-B6AB-450F-97BD-9E4045A28C22}" dt="2026-05-05T16:50:36.979" v="495" actId="165"/>
          <ac:picMkLst>
            <pc:docMk/>
            <pc:sldMk cId="3715065021" sldId="263"/>
            <ac:picMk id="11" creationId="{D78D452A-A98D-AC0E-52ED-9A8D03D9723E}"/>
          </ac:picMkLst>
        </pc:picChg>
        <pc:picChg chg="mod topLvl">
          <ac:chgData name="SUBRATH TARAFDAR" userId="a5918cc4-ce82-40cb-b9b5-dda911b6d753" providerId="ADAL" clId="{241F84E2-B6AB-450F-97BD-9E4045A28C22}" dt="2026-05-05T16:50:36.979" v="495" actId="165"/>
          <ac:picMkLst>
            <pc:docMk/>
            <pc:sldMk cId="3715065021" sldId="263"/>
            <ac:picMk id="16" creationId="{9CA759B2-EDB8-26ED-B2E3-7ABFED353548}"/>
          </ac:picMkLst>
        </pc:picChg>
        <pc:picChg chg="mod topLvl">
          <ac:chgData name="SUBRATH TARAFDAR" userId="a5918cc4-ce82-40cb-b9b5-dda911b6d753" providerId="ADAL" clId="{241F84E2-B6AB-450F-97BD-9E4045A28C22}" dt="2026-05-05T16:50:36.979" v="495" actId="165"/>
          <ac:picMkLst>
            <pc:docMk/>
            <pc:sldMk cId="3715065021" sldId="263"/>
            <ac:picMk id="21" creationId="{73110BC5-961B-56D7-31A1-8EE7F3FE4067}"/>
          </ac:picMkLst>
        </pc:picChg>
      </pc:sldChg>
      <pc:sldChg chg="addSp modSp del mod">
        <pc:chgData name="SUBRATH TARAFDAR" userId="a5918cc4-ce82-40cb-b9b5-dda911b6d753" providerId="ADAL" clId="{241F84E2-B6AB-450F-97BD-9E4045A28C22}" dt="2026-05-05T21:21:00.071" v="746" actId="2696"/>
        <pc:sldMkLst>
          <pc:docMk/>
          <pc:sldMk cId="1759962308" sldId="264"/>
        </pc:sldMkLst>
        <pc:spChg chg="mod">
          <ac:chgData name="SUBRATH TARAFDAR" userId="a5918cc4-ce82-40cb-b9b5-dda911b6d753" providerId="ADAL" clId="{241F84E2-B6AB-450F-97BD-9E4045A28C22}" dt="2026-05-05T16:55:27.774" v="553" actId="255"/>
          <ac:spMkLst>
            <pc:docMk/>
            <pc:sldMk cId="1759962308" sldId="264"/>
            <ac:spMk id="4" creationId="{E7D04F91-4C2B-4CB4-EF43-C7A25169EAC0}"/>
          </ac:spMkLst>
        </pc:spChg>
        <pc:spChg chg="mod">
          <ac:chgData name="SUBRATH TARAFDAR" userId="a5918cc4-ce82-40cb-b9b5-dda911b6d753" providerId="ADAL" clId="{241F84E2-B6AB-450F-97BD-9E4045A28C22}" dt="2026-05-05T16:55:21.253" v="550" actId="1076"/>
          <ac:spMkLst>
            <pc:docMk/>
            <pc:sldMk cId="1759962308" sldId="264"/>
            <ac:spMk id="5" creationId="{52A361A1-3DB2-3E37-17DD-91EBE1924AAB}"/>
          </ac:spMkLst>
        </pc:spChg>
        <pc:spChg chg="mod">
          <ac:chgData name="SUBRATH TARAFDAR" userId="a5918cc4-ce82-40cb-b9b5-dda911b6d753" providerId="ADAL" clId="{241F84E2-B6AB-450F-97BD-9E4045A28C22}" dt="2026-05-05T16:55:14.083" v="548" actId="255"/>
          <ac:spMkLst>
            <pc:docMk/>
            <pc:sldMk cId="1759962308" sldId="264"/>
            <ac:spMk id="8" creationId="{52E782C7-CB34-ACC5-4F64-91A86AC5B773}"/>
          </ac:spMkLst>
        </pc:spChg>
        <pc:spChg chg="mod">
          <ac:chgData name="SUBRATH TARAFDAR" userId="a5918cc4-ce82-40cb-b9b5-dda911b6d753" providerId="ADAL" clId="{241F84E2-B6AB-450F-97BD-9E4045A28C22}" dt="2026-05-05T16:55:09.857" v="547" actId="255"/>
          <ac:spMkLst>
            <pc:docMk/>
            <pc:sldMk cId="1759962308" sldId="264"/>
            <ac:spMk id="10" creationId="{6268B4C7-3D16-97E8-8F8A-719F3E21CCCC}"/>
          </ac:spMkLst>
        </pc:spChg>
        <pc:spChg chg="mod">
          <ac:chgData name="SUBRATH TARAFDAR" userId="a5918cc4-ce82-40cb-b9b5-dda911b6d753" providerId="ADAL" clId="{241F84E2-B6AB-450F-97BD-9E4045A28C22}" dt="2026-05-05T16:55:05.231" v="546" actId="255"/>
          <ac:spMkLst>
            <pc:docMk/>
            <pc:sldMk cId="1759962308" sldId="264"/>
            <ac:spMk id="12" creationId="{CD3CE62D-21EE-825B-E365-DB3F58BE747F}"/>
          </ac:spMkLst>
        </pc:spChg>
        <pc:spChg chg="mod">
          <ac:chgData name="SUBRATH TARAFDAR" userId="a5918cc4-ce82-40cb-b9b5-dda911b6d753" providerId="ADAL" clId="{241F84E2-B6AB-450F-97BD-9E4045A28C22}" dt="2026-05-05T16:55:38.933" v="555" actId="1076"/>
          <ac:spMkLst>
            <pc:docMk/>
            <pc:sldMk cId="1759962308" sldId="264"/>
            <ac:spMk id="13" creationId="{50A20F11-8029-78DF-2C56-4AEC19D0AFBB}"/>
          </ac:spMkLst>
        </pc:spChg>
        <pc:spChg chg="mod">
          <ac:chgData name="SUBRATH TARAFDAR" userId="a5918cc4-ce82-40cb-b9b5-dda911b6d753" providerId="ADAL" clId="{241F84E2-B6AB-450F-97BD-9E4045A28C22}" dt="2026-05-05T16:53:48.125" v="530" actId="164"/>
          <ac:spMkLst>
            <pc:docMk/>
            <pc:sldMk cId="1759962308" sldId="264"/>
            <ac:spMk id="14" creationId="{723813C2-1FE0-F3FB-564D-F7561D0B9F39}"/>
          </ac:spMkLst>
        </pc:spChg>
        <pc:spChg chg="mod">
          <ac:chgData name="SUBRATH TARAFDAR" userId="a5918cc4-ce82-40cb-b9b5-dda911b6d753" providerId="ADAL" clId="{241F84E2-B6AB-450F-97BD-9E4045A28C22}" dt="2026-05-05T16:53:48.125" v="530" actId="164"/>
          <ac:spMkLst>
            <pc:docMk/>
            <pc:sldMk cId="1759962308" sldId="264"/>
            <ac:spMk id="15" creationId="{073B751B-E86F-F8CC-E749-77A9E693429A}"/>
          </ac:spMkLst>
        </pc:spChg>
        <pc:spChg chg="mod">
          <ac:chgData name="SUBRATH TARAFDAR" userId="a5918cc4-ce82-40cb-b9b5-dda911b6d753" providerId="ADAL" clId="{241F84E2-B6AB-450F-97BD-9E4045A28C22}" dt="2026-05-05T16:55:51.904" v="556" actId="255"/>
          <ac:spMkLst>
            <pc:docMk/>
            <pc:sldMk cId="1759962308" sldId="264"/>
            <ac:spMk id="16" creationId="{682D5804-54D1-B2D6-3F0F-F50A5CA1E28C}"/>
          </ac:spMkLst>
        </pc:spChg>
        <pc:spChg chg="mod">
          <ac:chgData name="SUBRATH TARAFDAR" userId="a5918cc4-ce82-40cb-b9b5-dda911b6d753" providerId="ADAL" clId="{241F84E2-B6AB-450F-97BD-9E4045A28C22}" dt="2026-05-05T16:56:21.331" v="560" actId="255"/>
          <ac:spMkLst>
            <pc:docMk/>
            <pc:sldMk cId="1759962308" sldId="264"/>
            <ac:spMk id="17" creationId="{7638CDF1-91B1-B8D8-7E8F-480118EC819B}"/>
          </ac:spMkLst>
        </pc:spChg>
        <pc:spChg chg="mod">
          <ac:chgData name="SUBRATH TARAFDAR" userId="a5918cc4-ce82-40cb-b9b5-dda911b6d753" providerId="ADAL" clId="{241F84E2-B6AB-450F-97BD-9E4045A28C22}" dt="2026-05-05T16:56:45.586" v="565" actId="2710"/>
          <ac:spMkLst>
            <pc:docMk/>
            <pc:sldMk cId="1759962308" sldId="264"/>
            <ac:spMk id="18" creationId="{121DE1C5-087F-1970-A70B-A71B684B0F0F}"/>
          </ac:spMkLst>
        </pc:spChg>
        <pc:spChg chg="mod">
          <ac:chgData name="SUBRATH TARAFDAR" userId="a5918cc4-ce82-40cb-b9b5-dda911b6d753" providerId="ADAL" clId="{241F84E2-B6AB-450F-97BD-9E4045A28C22}" dt="2026-05-05T16:53:48.125" v="530" actId="164"/>
          <ac:spMkLst>
            <pc:docMk/>
            <pc:sldMk cId="1759962308" sldId="264"/>
            <ac:spMk id="19" creationId="{72ACA37A-A0B2-7E92-75F9-615A146683E2}"/>
          </ac:spMkLst>
        </pc:spChg>
        <pc:spChg chg="mod">
          <ac:chgData name="SUBRATH TARAFDAR" userId="a5918cc4-ce82-40cb-b9b5-dda911b6d753" providerId="ADAL" clId="{241F84E2-B6AB-450F-97BD-9E4045A28C22}" dt="2026-05-05T16:53:48.125" v="530" actId="164"/>
          <ac:spMkLst>
            <pc:docMk/>
            <pc:sldMk cId="1759962308" sldId="264"/>
            <ac:spMk id="20" creationId="{2A626D97-CD06-D2C0-B102-FE557E42C1D2}"/>
          </ac:spMkLst>
        </pc:spChg>
        <pc:spChg chg="mod">
          <ac:chgData name="SUBRATH TARAFDAR" userId="a5918cc4-ce82-40cb-b9b5-dda911b6d753" providerId="ADAL" clId="{241F84E2-B6AB-450F-97BD-9E4045A28C22}" dt="2026-05-05T16:55:58.125" v="557" actId="255"/>
          <ac:spMkLst>
            <pc:docMk/>
            <pc:sldMk cId="1759962308" sldId="264"/>
            <ac:spMk id="21" creationId="{0A5459FF-9AF7-9BA6-1064-E8CB0E4136E7}"/>
          </ac:spMkLst>
        </pc:spChg>
        <pc:spChg chg="mod">
          <ac:chgData name="SUBRATH TARAFDAR" userId="a5918cc4-ce82-40cb-b9b5-dda911b6d753" providerId="ADAL" clId="{241F84E2-B6AB-450F-97BD-9E4045A28C22}" dt="2026-05-05T16:56:26.064" v="561" actId="255"/>
          <ac:spMkLst>
            <pc:docMk/>
            <pc:sldMk cId="1759962308" sldId="264"/>
            <ac:spMk id="22" creationId="{C1ED9643-2857-7007-2B83-B2D10B96D19B}"/>
          </ac:spMkLst>
        </pc:spChg>
        <pc:spChg chg="mod">
          <ac:chgData name="SUBRATH TARAFDAR" userId="a5918cc4-ce82-40cb-b9b5-dda911b6d753" providerId="ADAL" clId="{241F84E2-B6AB-450F-97BD-9E4045A28C22}" dt="2026-05-05T16:56:49.171" v="566" actId="2710"/>
          <ac:spMkLst>
            <pc:docMk/>
            <pc:sldMk cId="1759962308" sldId="264"/>
            <ac:spMk id="23" creationId="{2A525A61-A56C-14C4-F6B6-F835B62FC7A0}"/>
          </ac:spMkLst>
        </pc:spChg>
        <pc:spChg chg="mod">
          <ac:chgData name="SUBRATH TARAFDAR" userId="a5918cc4-ce82-40cb-b9b5-dda911b6d753" providerId="ADAL" clId="{241F84E2-B6AB-450F-97BD-9E4045A28C22}" dt="2026-05-05T16:53:48.125" v="530" actId="164"/>
          <ac:spMkLst>
            <pc:docMk/>
            <pc:sldMk cId="1759962308" sldId="264"/>
            <ac:spMk id="24" creationId="{BE72F68A-5CDE-BFD3-329F-A9DB6673E9A1}"/>
          </ac:spMkLst>
        </pc:spChg>
        <pc:spChg chg="mod">
          <ac:chgData name="SUBRATH TARAFDAR" userId="a5918cc4-ce82-40cb-b9b5-dda911b6d753" providerId="ADAL" clId="{241F84E2-B6AB-450F-97BD-9E4045A28C22}" dt="2026-05-05T16:53:48.125" v="530" actId="164"/>
          <ac:spMkLst>
            <pc:docMk/>
            <pc:sldMk cId="1759962308" sldId="264"/>
            <ac:spMk id="25" creationId="{F6D3753A-D922-044D-F178-9D9C301AFEF1}"/>
          </ac:spMkLst>
        </pc:spChg>
        <pc:spChg chg="mod">
          <ac:chgData name="SUBRATH TARAFDAR" userId="a5918cc4-ce82-40cb-b9b5-dda911b6d753" providerId="ADAL" clId="{241F84E2-B6AB-450F-97BD-9E4045A28C22}" dt="2026-05-05T16:56:03.701" v="558" actId="255"/>
          <ac:spMkLst>
            <pc:docMk/>
            <pc:sldMk cId="1759962308" sldId="264"/>
            <ac:spMk id="26" creationId="{58E8DC5F-91DF-A6E9-222C-6B122E079E64}"/>
          </ac:spMkLst>
        </pc:spChg>
        <pc:spChg chg="mod">
          <ac:chgData name="SUBRATH TARAFDAR" userId="a5918cc4-ce82-40cb-b9b5-dda911b6d753" providerId="ADAL" clId="{241F84E2-B6AB-450F-97BD-9E4045A28C22}" dt="2026-05-05T16:56:40.515" v="564" actId="255"/>
          <ac:spMkLst>
            <pc:docMk/>
            <pc:sldMk cId="1759962308" sldId="264"/>
            <ac:spMk id="27" creationId="{F008B851-938C-0447-4853-6CDC2C464A19}"/>
          </ac:spMkLst>
        </pc:spChg>
        <pc:spChg chg="mod">
          <ac:chgData name="SUBRATH TARAFDAR" userId="a5918cc4-ce82-40cb-b9b5-dda911b6d753" providerId="ADAL" clId="{241F84E2-B6AB-450F-97BD-9E4045A28C22}" dt="2026-05-05T16:56:52.485" v="567" actId="2710"/>
          <ac:spMkLst>
            <pc:docMk/>
            <pc:sldMk cId="1759962308" sldId="264"/>
            <ac:spMk id="28" creationId="{BDFA01E6-89EE-0B49-5080-517D120D2B27}"/>
          </ac:spMkLst>
        </pc:spChg>
        <pc:grpChg chg="add mod">
          <ac:chgData name="SUBRATH TARAFDAR" userId="a5918cc4-ce82-40cb-b9b5-dda911b6d753" providerId="ADAL" clId="{241F84E2-B6AB-450F-97BD-9E4045A28C22}" dt="2026-05-05T16:53:55.404" v="532" actId="1076"/>
          <ac:grpSpMkLst>
            <pc:docMk/>
            <pc:sldMk cId="1759962308" sldId="264"/>
            <ac:grpSpMk id="29" creationId="{A33C2659-B677-C888-CCE5-0B742309688D}"/>
          </ac:grpSpMkLst>
        </pc:grpChg>
        <pc:grpChg chg="add mod">
          <ac:chgData name="SUBRATH TARAFDAR" userId="a5918cc4-ce82-40cb-b9b5-dda911b6d753" providerId="ADAL" clId="{241F84E2-B6AB-450F-97BD-9E4045A28C22}" dt="2026-05-05T16:54:51.760" v="542" actId="14100"/>
          <ac:grpSpMkLst>
            <pc:docMk/>
            <pc:sldMk cId="1759962308" sldId="264"/>
            <ac:grpSpMk id="30" creationId="{20822D8D-AB45-4D1F-6FCD-F65781D2E832}"/>
          </ac:grpSpMkLst>
        </pc:grpChg>
        <pc:picChg chg="mod">
          <ac:chgData name="SUBRATH TARAFDAR" userId="a5918cc4-ce82-40cb-b9b5-dda911b6d753" providerId="ADAL" clId="{241F84E2-B6AB-450F-97BD-9E4045A28C22}" dt="2026-05-05T16:54:30.155" v="538" actId="164"/>
          <ac:picMkLst>
            <pc:docMk/>
            <pc:sldMk cId="1759962308" sldId="264"/>
            <ac:picMk id="6" creationId="{51A4C61C-1A5A-950E-044A-A9CC65D7FCE8}"/>
          </ac:picMkLst>
        </pc:picChg>
        <pc:picChg chg="mod">
          <ac:chgData name="SUBRATH TARAFDAR" userId="a5918cc4-ce82-40cb-b9b5-dda911b6d753" providerId="ADAL" clId="{241F84E2-B6AB-450F-97BD-9E4045A28C22}" dt="2026-05-05T16:54:30.155" v="538" actId="164"/>
          <ac:picMkLst>
            <pc:docMk/>
            <pc:sldMk cId="1759962308" sldId="264"/>
            <ac:picMk id="7" creationId="{CDC9B67F-B6A3-E207-79C2-07D041863E83}"/>
          </ac:picMkLst>
        </pc:picChg>
        <pc:picChg chg="mod">
          <ac:chgData name="SUBRATH TARAFDAR" userId="a5918cc4-ce82-40cb-b9b5-dda911b6d753" providerId="ADAL" clId="{241F84E2-B6AB-450F-97BD-9E4045A28C22}" dt="2026-05-05T16:54:30.155" v="538" actId="164"/>
          <ac:picMkLst>
            <pc:docMk/>
            <pc:sldMk cId="1759962308" sldId="264"/>
            <ac:picMk id="9" creationId="{EBF3E86B-7F81-2D08-483B-41FBDB006875}"/>
          </ac:picMkLst>
        </pc:picChg>
        <pc:picChg chg="mod">
          <ac:chgData name="SUBRATH TARAFDAR" userId="a5918cc4-ce82-40cb-b9b5-dda911b6d753" providerId="ADAL" clId="{241F84E2-B6AB-450F-97BD-9E4045A28C22}" dt="2026-05-05T16:54:30.155" v="538" actId="164"/>
          <ac:picMkLst>
            <pc:docMk/>
            <pc:sldMk cId="1759962308" sldId="264"/>
            <ac:picMk id="11" creationId="{0824AA38-3E77-3208-D8F1-5FF44FE2EF92}"/>
          </ac:picMkLst>
        </pc:picChg>
      </pc:sldChg>
      <pc:sldChg chg="addSp delSp modSp mod">
        <pc:chgData name="SUBRATH TARAFDAR" userId="a5918cc4-ce82-40cb-b9b5-dda911b6d753" providerId="ADAL" clId="{241F84E2-B6AB-450F-97BD-9E4045A28C22}" dt="2026-05-05T17:26:58.904" v="745" actId="14100"/>
        <pc:sldMkLst>
          <pc:docMk/>
          <pc:sldMk cId="814561538" sldId="265"/>
        </pc:sldMkLst>
        <pc:spChg chg="mod">
          <ac:chgData name="SUBRATH TARAFDAR" userId="a5918cc4-ce82-40cb-b9b5-dda911b6d753" providerId="ADAL" clId="{241F84E2-B6AB-450F-97BD-9E4045A28C22}" dt="2026-05-05T17:01:19.441" v="607" actId="255"/>
          <ac:spMkLst>
            <pc:docMk/>
            <pc:sldMk cId="814561538" sldId="265"/>
            <ac:spMk id="4" creationId="{8D918593-8719-6BD0-A358-EA9D2A6A12D1}"/>
          </ac:spMkLst>
        </pc:spChg>
        <pc:spChg chg="mod">
          <ac:chgData name="SUBRATH TARAFDAR" userId="a5918cc4-ce82-40cb-b9b5-dda911b6d753" providerId="ADAL" clId="{241F84E2-B6AB-450F-97BD-9E4045A28C22}" dt="2026-05-05T17:01:12.910" v="605" actId="1076"/>
          <ac:spMkLst>
            <pc:docMk/>
            <pc:sldMk cId="814561538" sldId="265"/>
            <ac:spMk id="5" creationId="{8A21E6C8-4428-EB24-6A7E-17C125E52C7A}"/>
          </ac:spMkLst>
        </pc:spChg>
        <pc:spChg chg="mod">
          <ac:chgData name="SUBRATH TARAFDAR" userId="a5918cc4-ce82-40cb-b9b5-dda911b6d753" providerId="ADAL" clId="{241F84E2-B6AB-450F-97BD-9E4045A28C22}" dt="2026-05-05T17:01:01.011" v="602" actId="1076"/>
          <ac:spMkLst>
            <pc:docMk/>
            <pc:sldMk cId="814561538" sldId="265"/>
            <ac:spMk id="6" creationId="{E351CFDC-8AC6-8676-BB9A-2F0DA1F89273}"/>
          </ac:spMkLst>
        </pc:spChg>
        <pc:spChg chg="mod">
          <ac:chgData name="SUBRATH TARAFDAR" userId="a5918cc4-ce82-40cb-b9b5-dda911b6d753" providerId="ADAL" clId="{241F84E2-B6AB-450F-97BD-9E4045A28C22}" dt="2026-05-05T17:01:07.783" v="604" actId="14100"/>
          <ac:spMkLst>
            <pc:docMk/>
            <pc:sldMk cId="814561538" sldId="265"/>
            <ac:spMk id="7" creationId="{103E3F85-B480-9B8E-9AD8-CF2755C66F48}"/>
          </ac:spMkLst>
        </pc:spChg>
        <pc:spChg chg="mod">
          <ac:chgData name="SUBRATH TARAFDAR" userId="a5918cc4-ce82-40cb-b9b5-dda911b6d753" providerId="ADAL" clId="{241F84E2-B6AB-450F-97BD-9E4045A28C22}" dt="2026-05-05T16:59:31.770" v="584" actId="14100"/>
          <ac:spMkLst>
            <pc:docMk/>
            <pc:sldMk cId="814561538" sldId="265"/>
            <ac:spMk id="8" creationId="{1B285516-128D-6DA9-772A-223136597A78}"/>
          </ac:spMkLst>
        </pc:spChg>
        <pc:spChg chg="mod">
          <ac:chgData name="SUBRATH TARAFDAR" userId="a5918cc4-ce82-40cb-b9b5-dda911b6d753" providerId="ADAL" clId="{241F84E2-B6AB-450F-97BD-9E4045A28C22}" dt="2026-05-05T17:26:58.904" v="745" actId="14100"/>
          <ac:spMkLst>
            <pc:docMk/>
            <pc:sldMk cId="814561538" sldId="265"/>
            <ac:spMk id="9" creationId="{690534C4-1B06-4A9C-BDB3-BE46E940339C}"/>
          </ac:spMkLst>
        </pc:spChg>
        <pc:spChg chg="mod">
          <ac:chgData name="SUBRATH TARAFDAR" userId="a5918cc4-ce82-40cb-b9b5-dda911b6d753" providerId="ADAL" clId="{241F84E2-B6AB-450F-97BD-9E4045A28C22}" dt="2026-05-05T17:00:12.684" v="592" actId="1076"/>
          <ac:spMkLst>
            <pc:docMk/>
            <pc:sldMk cId="814561538" sldId="265"/>
            <ac:spMk id="10" creationId="{F7DADC75-4436-930B-C448-CF9A8EA0845A}"/>
          </ac:spMkLst>
        </pc:spChg>
        <pc:spChg chg="mod topLvl">
          <ac:chgData name="SUBRATH TARAFDAR" userId="a5918cc4-ce82-40cb-b9b5-dda911b6d753" providerId="ADAL" clId="{241F84E2-B6AB-450F-97BD-9E4045A28C22}" dt="2026-05-05T17:01:53.955" v="608" actId="164"/>
          <ac:spMkLst>
            <pc:docMk/>
            <pc:sldMk cId="814561538" sldId="265"/>
            <ac:spMk id="12" creationId="{FBD6836A-6C30-8A0E-23F5-C402458E1741}"/>
          </ac:spMkLst>
        </pc:spChg>
        <pc:spChg chg="mod topLvl">
          <ac:chgData name="SUBRATH TARAFDAR" userId="a5918cc4-ce82-40cb-b9b5-dda911b6d753" providerId="ADAL" clId="{241F84E2-B6AB-450F-97BD-9E4045A28C22}" dt="2026-05-05T17:02:09.083" v="611" actId="164"/>
          <ac:spMkLst>
            <pc:docMk/>
            <pc:sldMk cId="814561538" sldId="265"/>
            <ac:spMk id="13" creationId="{492316AE-1796-E80D-A17D-32A19C22BFDC}"/>
          </ac:spMkLst>
        </pc:spChg>
        <pc:spChg chg="mod topLvl">
          <ac:chgData name="SUBRATH TARAFDAR" userId="a5918cc4-ce82-40cb-b9b5-dda911b6d753" providerId="ADAL" clId="{241F84E2-B6AB-450F-97BD-9E4045A28C22}" dt="2026-05-05T17:01:53.955" v="608" actId="164"/>
          <ac:spMkLst>
            <pc:docMk/>
            <pc:sldMk cId="814561538" sldId="265"/>
            <ac:spMk id="15" creationId="{4AEEAFCA-617D-4A97-F982-A45B28990574}"/>
          </ac:spMkLst>
        </pc:spChg>
        <pc:spChg chg="mod topLvl">
          <ac:chgData name="SUBRATH TARAFDAR" userId="a5918cc4-ce82-40cb-b9b5-dda911b6d753" providerId="ADAL" clId="{241F84E2-B6AB-450F-97BD-9E4045A28C22}" dt="2026-05-05T17:02:09.083" v="611" actId="164"/>
          <ac:spMkLst>
            <pc:docMk/>
            <pc:sldMk cId="814561538" sldId="265"/>
            <ac:spMk id="16" creationId="{3E809BF0-5165-6C15-C266-9DBEEE3CE8B7}"/>
          </ac:spMkLst>
        </pc:spChg>
        <pc:spChg chg="mod topLvl">
          <ac:chgData name="SUBRATH TARAFDAR" userId="a5918cc4-ce82-40cb-b9b5-dda911b6d753" providerId="ADAL" clId="{241F84E2-B6AB-450F-97BD-9E4045A28C22}" dt="2026-05-05T17:01:53.955" v="608" actId="164"/>
          <ac:spMkLst>
            <pc:docMk/>
            <pc:sldMk cId="814561538" sldId="265"/>
            <ac:spMk id="18" creationId="{7B4B8C1E-2564-EC7B-1A92-2F9A37B030C3}"/>
          </ac:spMkLst>
        </pc:spChg>
        <pc:spChg chg="mod topLvl">
          <ac:chgData name="SUBRATH TARAFDAR" userId="a5918cc4-ce82-40cb-b9b5-dda911b6d753" providerId="ADAL" clId="{241F84E2-B6AB-450F-97BD-9E4045A28C22}" dt="2026-05-05T17:02:09.083" v="611" actId="164"/>
          <ac:spMkLst>
            <pc:docMk/>
            <pc:sldMk cId="814561538" sldId="265"/>
            <ac:spMk id="19" creationId="{427DDC5A-7E93-AE05-25D6-22B4A9F10E73}"/>
          </ac:spMkLst>
        </pc:spChg>
        <pc:grpChg chg="add del mod">
          <ac:chgData name="SUBRATH TARAFDAR" userId="a5918cc4-ce82-40cb-b9b5-dda911b6d753" providerId="ADAL" clId="{241F84E2-B6AB-450F-97BD-9E4045A28C22}" dt="2026-05-05T16:58:38.435" v="574" actId="165"/>
          <ac:grpSpMkLst>
            <pc:docMk/>
            <pc:sldMk cId="814561538" sldId="265"/>
            <ac:grpSpMk id="20" creationId="{E1FC7A51-BFD5-BF6E-B34B-A5BEA47A5BD8}"/>
          </ac:grpSpMkLst>
        </pc:grpChg>
        <pc:grpChg chg="add mod">
          <ac:chgData name="SUBRATH TARAFDAR" userId="a5918cc4-ce82-40cb-b9b5-dda911b6d753" providerId="ADAL" clId="{241F84E2-B6AB-450F-97BD-9E4045A28C22}" dt="2026-05-05T17:02:09.083" v="611" actId="164"/>
          <ac:grpSpMkLst>
            <pc:docMk/>
            <pc:sldMk cId="814561538" sldId="265"/>
            <ac:grpSpMk id="21" creationId="{E62E3BA5-24CA-E550-736A-EB558EF20CB4}"/>
          </ac:grpSpMkLst>
        </pc:grpChg>
        <pc:grpChg chg="add mod">
          <ac:chgData name="SUBRATH TARAFDAR" userId="a5918cc4-ce82-40cb-b9b5-dda911b6d753" providerId="ADAL" clId="{241F84E2-B6AB-450F-97BD-9E4045A28C22}" dt="2026-05-05T17:02:14.303" v="644" actId="1036"/>
          <ac:grpSpMkLst>
            <pc:docMk/>
            <pc:sldMk cId="814561538" sldId="265"/>
            <ac:grpSpMk id="22" creationId="{0EB37DDC-7375-8E36-A9C2-680566FB572A}"/>
          </ac:grpSpMkLst>
        </pc:grpChg>
        <pc:picChg chg="mod topLvl">
          <ac:chgData name="SUBRATH TARAFDAR" userId="a5918cc4-ce82-40cb-b9b5-dda911b6d753" providerId="ADAL" clId="{241F84E2-B6AB-450F-97BD-9E4045A28C22}" dt="2026-05-05T17:02:09.083" v="611" actId="164"/>
          <ac:picMkLst>
            <pc:docMk/>
            <pc:sldMk cId="814561538" sldId="265"/>
            <ac:picMk id="11" creationId="{61538205-1079-83A6-020C-95C779F70FE7}"/>
          </ac:picMkLst>
        </pc:picChg>
        <pc:picChg chg="mod topLvl">
          <ac:chgData name="SUBRATH TARAFDAR" userId="a5918cc4-ce82-40cb-b9b5-dda911b6d753" providerId="ADAL" clId="{241F84E2-B6AB-450F-97BD-9E4045A28C22}" dt="2026-05-05T17:01:53.955" v="608" actId="164"/>
          <ac:picMkLst>
            <pc:docMk/>
            <pc:sldMk cId="814561538" sldId="265"/>
            <ac:picMk id="14" creationId="{F4D10C98-B179-D29C-91CC-AB59040F5136}"/>
          </ac:picMkLst>
        </pc:picChg>
        <pc:picChg chg="mod topLvl">
          <ac:chgData name="SUBRATH TARAFDAR" userId="a5918cc4-ce82-40cb-b9b5-dda911b6d753" providerId="ADAL" clId="{241F84E2-B6AB-450F-97BD-9E4045A28C22}" dt="2026-05-05T17:01:53.955" v="608" actId="164"/>
          <ac:picMkLst>
            <pc:docMk/>
            <pc:sldMk cId="814561538" sldId="265"/>
            <ac:picMk id="17" creationId="{1138AEF4-BAED-A561-96BC-64E6E52AA694}"/>
          </ac:picMkLst>
        </pc:picChg>
      </pc:sldChg>
      <pc:sldChg chg="addSp delSp modSp new mod setBg">
        <pc:chgData name="SUBRATH TARAFDAR" userId="a5918cc4-ce82-40cb-b9b5-dda911b6d753" providerId="ADAL" clId="{241F84E2-B6AB-450F-97BD-9E4045A28C22}" dt="2026-05-05T17:02:36.314" v="655" actId="26606"/>
        <pc:sldMkLst>
          <pc:docMk/>
          <pc:sldMk cId="2763635292" sldId="266"/>
        </pc:sldMkLst>
        <pc:spChg chg="mod">
          <ac:chgData name="SUBRATH TARAFDAR" userId="a5918cc4-ce82-40cb-b9b5-dda911b6d753" providerId="ADAL" clId="{241F84E2-B6AB-450F-97BD-9E4045A28C22}" dt="2026-05-05T17:02:36.314" v="655" actId="26606"/>
          <ac:spMkLst>
            <pc:docMk/>
            <pc:sldMk cId="2763635292" sldId="266"/>
            <ac:spMk id="2" creationId="{D65677F9-24DA-93B5-296D-E311C84DA0AE}"/>
          </ac:spMkLst>
        </pc:spChg>
        <pc:spChg chg="del">
          <ac:chgData name="SUBRATH TARAFDAR" userId="a5918cc4-ce82-40cb-b9b5-dda911b6d753" providerId="ADAL" clId="{241F84E2-B6AB-450F-97BD-9E4045A28C22}" dt="2026-05-05T17:02:36.314" v="655" actId="26606"/>
          <ac:spMkLst>
            <pc:docMk/>
            <pc:sldMk cId="2763635292" sldId="266"/>
            <ac:spMk id="3" creationId="{6CCA538C-9156-88D4-746A-7AC32566818F}"/>
          </ac:spMkLst>
        </pc:spChg>
        <pc:spChg chg="add">
          <ac:chgData name="SUBRATH TARAFDAR" userId="a5918cc4-ce82-40cb-b9b5-dda911b6d753" providerId="ADAL" clId="{241F84E2-B6AB-450F-97BD-9E4045A28C22}" dt="2026-05-05T17:02:36.314" v="655" actId="26606"/>
          <ac:spMkLst>
            <pc:docMk/>
            <pc:sldMk cId="2763635292" sldId="266"/>
            <ac:spMk id="10" creationId="{A3363022-C969-41E9-8EB2-E4C94908C1FA}"/>
          </ac:spMkLst>
        </pc:spChg>
        <pc:spChg chg="add">
          <ac:chgData name="SUBRATH TARAFDAR" userId="a5918cc4-ce82-40cb-b9b5-dda911b6d753" providerId="ADAL" clId="{241F84E2-B6AB-450F-97BD-9E4045A28C22}" dt="2026-05-05T17:02:36.314" v="655" actId="26606"/>
          <ac:spMkLst>
            <pc:docMk/>
            <pc:sldMk cId="2763635292" sldId="266"/>
            <ac:spMk id="12" creationId="{8D1AD6B3-BE88-4CEB-BA17-790657CC4729}"/>
          </ac:spMkLst>
        </pc:spChg>
        <pc:grpChg chg="add">
          <ac:chgData name="SUBRATH TARAFDAR" userId="a5918cc4-ce82-40cb-b9b5-dda911b6d753" providerId="ADAL" clId="{241F84E2-B6AB-450F-97BD-9E4045A28C22}" dt="2026-05-05T17:02:36.314" v="655" actId="26606"/>
          <ac:grpSpMkLst>
            <pc:docMk/>
            <pc:sldMk cId="2763635292" sldId="266"/>
            <ac:grpSpMk id="14" creationId="{89D1390B-7E13-4B4F-9CB2-391063412E54}"/>
          </ac:grpSpMkLst>
        </pc:grpChg>
        <pc:picChg chg="add">
          <ac:chgData name="SUBRATH TARAFDAR" userId="a5918cc4-ce82-40cb-b9b5-dda911b6d753" providerId="ADAL" clId="{241F84E2-B6AB-450F-97BD-9E4045A28C22}" dt="2026-05-05T17:02:36.314" v="655" actId="26606"/>
          <ac:picMkLst>
            <pc:docMk/>
            <pc:sldMk cId="2763635292" sldId="266"/>
            <ac:picMk id="7" creationId="{54DBD9F0-9DD2-AD57-5C64-FFB21D2E909A}"/>
          </ac:picMkLst>
        </pc:picChg>
      </pc:sldChg>
      <pc:sldChg chg="addSp delSp modSp mod">
        <pc:chgData name="SUBRATH TARAFDAR" userId="a5918cc4-ce82-40cb-b9b5-dda911b6d753" providerId="ADAL" clId="{241F84E2-B6AB-450F-97BD-9E4045A28C22}" dt="2026-05-06T00:30:45.250" v="1166" actId="113"/>
        <pc:sldMkLst>
          <pc:docMk/>
          <pc:sldMk cId="1961245638" sldId="267"/>
        </pc:sldMkLst>
        <pc:spChg chg="mod">
          <ac:chgData name="SUBRATH TARAFDAR" userId="a5918cc4-ce82-40cb-b9b5-dda911b6d753" providerId="ADAL" clId="{241F84E2-B6AB-450F-97BD-9E4045A28C22}" dt="2026-05-06T00:29:39.710" v="1140" actId="122"/>
          <ac:spMkLst>
            <pc:docMk/>
            <pc:sldMk cId="1961245638" sldId="267"/>
            <ac:spMk id="2" creationId="{5E1C72AA-887F-415C-D07F-22C2FD7E7C70}"/>
          </ac:spMkLst>
        </pc:spChg>
        <pc:spChg chg="del mod">
          <ac:chgData name="SUBRATH TARAFDAR" userId="a5918cc4-ce82-40cb-b9b5-dda911b6d753" providerId="ADAL" clId="{241F84E2-B6AB-450F-97BD-9E4045A28C22}" dt="2026-05-06T00:22:09.564" v="964" actId="478"/>
          <ac:spMkLst>
            <pc:docMk/>
            <pc:sldMk cId="1961245638" sldId="267"/>
            <ac:spMk id="3" creationId="{698B10FD-E12D-4E02-C83A-8EB840B5BEF6}"/>
          </ac:spMkLst>
        </pc:spChg>
        <pc:spChg chg="add del mod">
          <ac:chgData name="SUBRATH TARAFDAR" userId="a5918cc4-ce82-40cb-b9b5-dda911b6d753" providerId="ADAL" clId="{241F84E2-B6AB-450F-97BD-9E4045A28C22}" dt="2026-05-06T00:22:12.013" v="965" actId="478"/>
          <ac:spMkLst>
            <pc:docMk/>
            <pc:sldMk cId="1961245638" sldId="267"/>
            <ac:spMk id="7" creationId="{DCAA6850-00A5-1EA8-9CA1-E7C9CFD3A1C6}"/>
          </ac:spMkLst>
        </pc:spChg>
        <pc:spChg chg="add mod">
          <ac:chgData name="SUBRATH TARAFDAR" userId="a5918cc4-ce82-40cb-b9b5-dda911b6d753" providerId="ADAL" clId="{241F84E2-B6AB-450F-97BD-9E4045A28C22}" dt="2026-05-06T00:30:38.579" v="1164" actId="1076"/>
          <ac:spMkLst>
            <pc:docMk/>
            <pc:sldMk cId="1961245638" sldId="267"/>
            <ac:spMk id="8" creationId="{E79EB97C-1C19-0CA6-F122-DA0DB01C741B}"/>
          </ac:spMkLst>
        </pc:spChg>
        <pc:spChg chg="add mod">
          <ac:chgData name="SUBRATH TARAFDAR" userId="a5918cc4-ce82-40cb-b9b5-dda911b6d753" providerId="ADAL" clId="{241F84E2-B6AB-450F-97BD-9E4045A28C22}" dt="2026-05-06T00:29:07.978" v="1137" actId="1076"/>
          <ac:spMkLst>
            <pc:docMk/>
            <pc:sldMk cId="1961245638" sldId="267"/>
            <ac:spMk id="9" creationId="{ECBF2F18-16C2-DB35-E8E2-D336F592F184}"/>
          </ac:spMkLst>
        </pc:spChg>
        <pc:spChg chg="add mod">
          <ac:chgData name="SUBRATH TARAFDAR" userId="a5918cc4-ce82-40cb-b9b5-dda911b6d753" providerId="ADAL" clId="{241F84E2-B6AB-450F-97BD-9E4045A28C22}" dt="2026-05-06T00:30:45.250" v="1166" actId="113"/>
          <ac:spMkLst>
            <pc:docMk/>
            <pc:sldMk cId="1961245638" sldId="267"/>
            <ac:spMk id="10" creationId="{2A979F46-A0C1-1CEB-2769-0E627433AB4B}"/>
          </ac:spMkLst>
        </pc:spChg>
        <pc:graphicFrameChg chg="add del modGraphic">
          <ac:chgData name="SUBRATH TARAFDAR" userId="a5918cc4-ce82-40cb-b9b5-dda911b6d753" providerId="ADAL" clId="{241F84E2-B6AB-450F-97BD-9E4045A28C22}" dt="2026-05-06T00:17:55.988" v="929" actId="478"/>
          <ac:graphicFrameMkLst>
            <pc:docMk/>
            <pc:sldMk cId="1961245638" sldId="267"/>
            <ac:graphicFrameMk id="4" creationId="{320A30A5-9FF4-8184-0E36-9C3F824263EB}"/>
          </ac:graphicFrameMkLst>
        </pc:graphicFrameChg>
        <pc:graphicFrameChg chg="add mod modGraphic">
          <ac:chgData name="SUBRATH TARAFDAR" userId="a5918cc4-ce82-40cb-b9b5-dda911b6d753" providerId="ADAL" clId="{241F84E2-B6AB-450F-97BD-9E4045A28C22}" dt="2026-05-06T00:30:25.827" v="1163"/>
          <ac:graphicFrameMkLst>
            <pc:docMk/>
            <pc:sldMk cId="1961245638" sldId="267"/>
            <ac:graphicFrameMk id="5" creationId="{06710C75-92E9-C8B2-7FC0-8EE6C39F3765}"/>
          </ac:graphicFrameMkLst>
        </pc:graphicFrameChg>
      </pc:sldChg>
      <pc:sldChg chg="addSp delSp modSp mod">
        <pc:chgData name="SUBRATH TARAFDAR" userId="a5918cc4-ce82-40cb-b9b5-dda911b6d753" providerId="ADAL" clId="{241F84E2-B6AB-450F-97BD-9E4045A28C22}" dt="2026-05-06T00:15:06.788" v="917" actId="14100"/>
        <pc:sldMkLst>
          <pc:docMk/>
          <pc:sldMk cId="2564208647" sldId="269"/>
        </pc:sldMkLst>
        <pc:spChg chg="mod">
          <ac:chgData name="SUBRATH TARAFDAR" userId="a5918cc4-ce82-40cb-b9b5-dda911b6d753" providerId="ADAL" clId="{241F84E2-B6AB-450F-97BD-9E4045A28C22}" dt="2026-05-06T00:15:00.754" v="916" actId="26606"/>
          <ac:spMkLst>
            <pc:docMk/>
            <pc:sldMk cId="2564208647" sldId="269"/>
            <ac:spMk id="2" creationId="{9C421EFE-4190-EE5B-9E60-54371B13955E}"/>
          </ac:spMkLst>
        </pc:spChg>
        <pc:spChg chg="mod">
          <ac:chgData name="SUBRATH TARAFDAR" userId="a5918cc4-ce82-40cb-b9b5-dda911b6d753" providerId="ADAL" clId="{241F84E2-B6AB-450F-97BD-9E4045A28C22}" dt="2026-05-06T00:15:06.788" v="917" actId="14100"/>
          <ac:spMkLst>
            <pc:docMk/>
            <pc:sldMk cId="2564208647" sldId="269"/>
            <ac:spMk id="3" creationId="{2966323E-05C0-D880-23D7-C52C66C6FD0E}"/>
          </ac:spMkLst>
        </pc:spChg>
        <pc:spChg chg="add del">
          <ac:chgData name="SUBRATH TARAFDAR" userId="a5918cc4-ce82-40cb-b9b5-dda911b6d753" providerId="ADAL" clId="{241F84E2-B6AB-450F-97BD-9E4045A28C22}" dt="2026-05-06T00:15:00.754" v="916" actId="26606"/>
          <ac:spMkLst>
            <pc:docMk/>
            <pc:sldMk cId="2564208647" sldId="269"/>
            <ac:spMk id="14" creationId="{2C61293E-6EBE-43EF-A52C-9BEBFD7679D4}"/>
          </ac:spMkLst>
        </pc:spChg>
        <pc:spChg chg="add del">
          <ac:chgData name="SUBRATH TARAFDAR" userId="a5918cc4-ce82-40cb-b9b5-dda911b6d753" providerId="ADAL" clId="{241F84E2-B6AB-450F-97BD-9E4045A28C22}" dt="2026-05-06T00:15:00.754" v="916" actId="26606"/>
          <ac:spMkLst>
            <pc:docMk/>
            <pc:sldMk cId="2564208647" sldId="269"/>
            <ac:spMk id="16" creationId="{3FCFB1DE-0B7E-48CC-BA90-B2AB0889F9D6}"/>
          </ac:spMkLst>
        </pc:spChg>
        <pc:spChg chg="add">
          <ac:chgData name="SUBRATH TARAFDAR" userId="a5918cc4-ce82-40cb-b9b5-dda911b6d753" providerId="ADAL" clId="{241F84E2-B6AB-450F-97BD-9E4045A28C22}" dt="2026-05-06T00:15:00.754" v="916" actId="26606"/>
          <ac:spMkLst>
            <pc:docMk/>
            <pc:sldMk cId="2564208647" sldId="269"/>
            <ac:spMk id="18" creationId="{2EB492CD-616E-47F8-933B-5E2D952A0593}"/>
          </ac:spMkLst>
        </pc:spChg>
        <pc:spChg chg="add">
          <ac:chgData name="SUBRATH TARAFDAR" userId="a5918cc4-ce82-40cb-b9b5-dda911b6d753" providerId="ADAL" clId="{241F84E2-B6AB-450F-97BD-9E4045A28C22}" dt="2026-05-06T00:15:00.754" v="916" actId="26606"/>
          <ac:spMkLst>
            <pc:docMk/>
            <pc:sldMk cId="2564208647" sldId="269"/>
            <ac:spMk id="19" creationId="{59383CF9-23B5-4335-9B21-1791C4CF1C75}"/>
          </ac:spMkLst>
        </pc:spChg>
        <pc:spChg chg="add">
          <ac:chgData name="SUBRATH TARAFDAR" userId="a5918cc4-ce82-40cb-b9b5-dda911b6d753" providerId="ADAL" clId="{241F84E2-B6AB-450F-97BD-9E4045A28C22}" dt="2026-05-06T00:15:00.754" v="916" actId="26606"/>
          <ac:spMkLst>
            <pc:docMk/>
            <pc:sldMk cId="2564208647" sldId="269"/>
            <ac:spMk id="20" creationId="{0007FE00-9498-4706-B255-6437B0252C02}"/>
          </ac:spMkLst>
        </pc:spChg>
        <pc:spChg chg="add del">
          <ac:chgData name="SUBRATH TARAFDAR" userId="a5918cc4-ce82-40cb-b9b5-dda911b6d753" providerId="ADAL" clId="{241F84E2-B6AB-450F-97BD-9E4045A28C22}" dt="2026-05-06T00:14:59.124" v="915" actId="26606"/>
          <ac:spMkLst>
            <pc:docMk/>
            <pc:sldMk cId="2564208647" sldId="269"/>
            <ac:spMk id="21" creationId="{2EB492CD-616E-47F8-933B-5E2D952A0593}"/>
          </ac:spMkLst>
        </pc:spChg>
        <pc:spChg chg="add del">
          <ac:chgData name="SUBRATH TARAFDAR" userId="a5918cc4-ce82-40cb-b9b5-dda911b6d753" providerId="ADAL" clId="{241F84E2-B6AB-450F-97BD-9E4045A28C22}" dt="2026-05-06T00:14:59.124" v="915" actId="26606"/>
          <ac:spMkLst>
            <pc:docMk/>
            <pc:sldMk cId="2564208647" sldId="269"/>
            <ac:spMk id="23" creationId="{59383CF9-23B5-4335-9B21-1791C4CF1C75}"/>
          </ac:spMkLst>
        </pc:spChg>
        <pc:spChg chg="add del">
          <ac:chgData name="SUBRATH TARAFDAR" userId="a5918cc4-ce82-40cb-b9b5-dda911b6d753" providerId="ADAL" clId="{241F84E2-B6AB-450F-97BD-9E4045A28C22}" dt="2026-05-06T00:14:59.124" v="915" actId="26606"/>
          <ac:spMkLst>
            <pc:docMk/>
            <pc:sldMk cId="2564208647" sldId="269"/>
            <ac:spMk id="25" creationId="{0007FE00-9498-4706-B255-6437B0252C02}"/>
          </ac:spMkLst>
        </pc:spChg>
        <pc:picChg chg="mod">
          <ac:chgData name="SUBRATH TARAFDAR" userId="a5918cc4-ce82-40cb-b9b5-dda911b6d753" providerId="ADAL" clId="{241F84E2-B6AB-450F-97BD-9E4045A28C22}" dt="2026-05-06T00:15:00.754" v="916" actId="26606"/>
          <ac:picMkLst>
            <pc:docMk/>
            <pc:sldMk cId="2564208647" sldId="269"/>
            <ac:picMk id="5" creationId="{C8FC660E-2F48-3CFC-C8F5-89A7C768DB4C}"/>
          </ac:picMkLst>
        </pc:picChg>
      </pc:sldChg>
      <pc:sldChg chg="addSp delSp modSp mod ord">
        <pc:chgData name="SUBRATH TARAFDAR" userId="a5918cc4-ce82-40cb-b9b5-dda911b6d753" providerId="ADAL" clId="{241F84E2-B6AB-450F-97BD-9E4045A28C22}" dt="2026-05-06T00:31:49.265" v="1168" actId="5793"/>
        <pc:sldMkLst>
          <pc:docMk/>
          <pc:sldMk cId="1847299817" sldId="272"/>
        </pc:sldMkLst>
        <pc:spChg chg="mod">
          <ac:chgData name="SUBRATH TARAFDAR" userId="a5918cc4-ce82-40cb-b9b5-dda911b6d753" providerId="ADAL" clId="{241F84E2-B6AB-450F-97BD-9E4045A28C22}" dt="2026-05-06T00:13:25.562" v="907" actId="122"/>
          <ac:spMkLst>
            <pc:docMk/>
            <pc:sldMk cId="1847299817" sldId="272"/>
            <ac:spMk id="2" creationId="{CD3CF001-3D8B-6658-7D52-158B6C0DE654}"/>
          </ac:spMkLst>
        </pc:spChg>
        <pc:spChg chg="add del mod">
          <ac:chgData name="SUBRATH TARAFDAR" userId="a5918cc4-ce82-40cb-b9b5-dda911b6d753" providerId="ADAL" clId="{241F84E2-B6AB-450F-97BD-9E4045A28C22}" dt="2026-05-06T00:04:59.550" v="787" actId="478"/>
          <ac:spMkLst>
            <pc:docMk/>
            <pc:sldMk cId="1847299817" sldId="272"/>
            <ac:spMk id="4" creationId="{CA76F0E9-45CA-20BE-4552-0836800C4135}"/>
          </ac:spMkLst>
        </pc:spChg>
        <pc:spChg chg="add mod">
          <ac:chgData name="SUBRATH TARAFDAR" userId="a5918cc4-ce82-40cb-b9b5-dda911b6d753" providerId="ADAL" clId="{241F84E2-B6AB-450F-97BD-9E4045A28C22}" dt="2026-05-06T00:31:49.265" v="1168" actId="5793"/>
          <ac:spMkLst>
            <pc:docMk/>
            <pc:sldMk cId="1847299817" sldId="272"/>
            <ac:spMk id="5" creationId="{E6EB96BC-B89E-AAD7-95B1-2520C10128A5}"/>
          </ac:spMkLst>
        </pc:spChg>
        <pc:spChg chg="del">
          <ac:chgData name="SUBRATH TARAFDAR" userId="a5918cc4-ce82-40cb-b9b5-dda911b6d753" providerId="ADAL" clId="{241F84E2-B6AB-450F-97BD-9E4045A28C22}" dt="2026-05-06T00:05:00.883" v="788" actId="478"/>
          <ac:spMkLst>
            <pc:docMk/>
            <pc:sldMk cId="1847299817" sldId="272"/>
            <ac:spMk id="7" creationId="{A36CE295-AF6D-331F-89C8-F67DCFE96674}"/>
          </ac:spMkLst>
        </pc:spChg>
        <pc:spChg chg="del">
          <ac:chgData name="SUBRATH TARAFDAR" userId="a5918cc4-ce82-40cb-b9b5-dda911b6d753" providerId="ADAL" clId="{241F84E2-B6AB-450F-97BD-9E4045A28C22}" dt="2026-05-06T00:05:40.281" v="791" actId="26606"/>
          <ac:spMkLst>
            <pc:docMk/>
            <pc:sldMk cId="1847299817" sldId="272"/>
            <ac:spMk id="11" creationId="{7517A47C-B2E5-4B79-8061-D74B1311AF6E}"/>
          </ac:spMkLst>
        </pc:spChg>
        <pc:spChg chg="del">
          <ac:chgData name="SUBRATH TARAFDAR" userId="a5918cc4-ce82-40cb-b9b5-dda911b6d753" providerId="ADAL" clId="{241F84E2-B6AB-450F-97BD-9E4045A28C22}" dt="2026-05-06T00:05:40.281" v="791" actId="26606"/>
          <ac:spMkLst>
            <pc:docMk/>
            <pc:sldMk cId="1847299817" sldId="272"/>
            <ac:spMk id="13" creationId="{C505E780-2083-4CB5-A42A-5E0E2908ECC3}"/>
          </ac:spMkLst>
        </pc:spChg>
        <pc:spChg chg="del">
          <ac:chgData name="SUBRATH TARAFDAR" userId="a5918cc4-ce82-40cb-b9b5-dda911b6d753" providerId="ADAL" clId="{241F84E2-B6AB-450F-97BD-9E4045A28C22}" dt="2026-05-06T00:05:40.281" v="791" actId="26606"/>
          <ac:spMkLst>
            <pc:docMk/>
            <pc:sldMk cId="1847299817" sldId="272"/>
            <ac:spMk id="15" creationId="{D2C0AE1C-0118-41AE-8A10-7CDCBF10E96F}"/>
          </ac:spMkLst>
        </pc:spChg>
        <pc:spChg chg="del">
          <ac:chgData name="SUBRATH TARAFDAR" userId="a5918cc4-ce82-40cb-b9b5-dda911b6d753" providerId="ADAL" clId="{241F84E2-B6AB-450F-97BD-9E4045A28C22}" dt="2026-05-06T00:05:40.281" v="791" actId="26606"/>
          <ac:spMkLst>
            <pc:docMk/>
            <pc:sldMk cId="1847299817" sldId="272"/>
            <ac:spMk id="17" creationId="{463EEC44-1BA3-44ED-81FC-A644B04B2A44}"/>
          </ac:spMkLst>
        </pc:spChg>
        <pc:spChg chg="add del">
          <ac:chgData name="SUBRATH TARAFDAR" userId="a5918cc4-ce82-40cb-b9b5-dda911b6d753" providerId="ADAL" clId="{241F84E2-B6AB-450F-97BD-9E4045A28C22}" dt="2026-05-06T00:07:27.899" v="804" actId="26606"/>
          <ac:spMkLst>
            <pc:docMk/>
            <pc:sldMk cId="1847299817" sldId="272"/>
            <ac:spMk id="22" creationId="{8B9AA7C6-5E5A-498E-A6DF-A943376E09BC}"/>
          </ac:spMkLst>
        </pc:spChg>
        <pc:spChg chg="add del">
          <ac:chgData name="SUBRATH TARAFDAR" userId="a5918cc4-ce82-40cb-b9b5-dda911b6d753" providerId="ADAL" clId="{241F84E2-B6AB-450F-97BD-9E4045A28C22}" dt="2026-05-06T00:07:27.899" v="804" actId="26606"/>
          <ac:spMkLst>
            <pc:docMk/>
            <pc:sldMk cId="1847299817" sldId="272"/>
            <ac:spMk id="28" creationId="{81E140AE-0ABF-47C8-BF32-7D2F0CF2BA44}"/>
          </ac:spMkLst>
        </pc:spChg>
        <pc:spChg chg="add del">
          <ac:chgData name="SUBRATH TARAFDAR" userId="a5918cc4-ce82-40cb-b9b5-dda911b6d753" providerId="ADAL" clId="{241F84E2-B6AB-450F-97BD-9E4045A28C22}" dt="2026-05-06T00:07:27.899" v="804" actId="26606"/>
          <ac:spMkLst>
            <pc:docMk/>
            <pc:sldMk cId="1847299817" sldId="272"/>
            <ac:spMk id="30" creationId="{CBC4F608-B4B8-48C3-9572-C0F061B1CD99}"/>
          </ac:spMkLst>
        </pc:spChg>
        <pc:spChg chg="add del">
          <ac:chgData name="SUBRATH TARAFDAR" userId="a5918cc4-ce82-40cb-b9b5-dda911b6d753" providerId="ADAL" clId="{241F84E2-B6AB-450F-97BD-9E4045A28C22}" dt="2026-05-06T00:07:27.891" v="803" actId="26606"/>
          <ac:spMkLst>
            <pc:docMk/>
            <pc:sldMk cId="1847299817" sldId="272"/>
            <ac:spMk id="35" creationId="{100EDD19-6802-4EC3-95CE-CFFAB042CFD6}"/>
          </ac:spMkLst>
        </pc:spChg>
        <pc:spChg chg="add del">
          <ac:chgData name="SUBRATH TARAFDAR" userId="a5918cc4-ce82-40cb-b9b5-dda911b6d753" providerId="ADAL" clId="{241F84E2-B6AB-450F-97BD-9E4045A28C22}" dt="2026-05-06T00:07:27.891" v="803" actId="26606"/>
          <ac:spMkLst>
            <pc:docMk/>
            <pc:sldMk cId="1847299817" sldId="272"/>
            <ac:spMk id="37" creationId="{DB17E863-922E-4C26-BD64-E8FD41D28661}"/>
          </ac:spMkLst>
        </pc:spChg>
        <pc:spChg chg="add del">
          <ac:chgData name="SUBRATH TARAFDAR" userId="a5918cc4-ce82-40cb-b9b5-dda911b6d753" providerId="ADAL" clId="{241F84E2-B6AB-450F-97BD-9E4045A28C22}" dt="2026-05-06T00:08:39.152" v="816" actId="26606"/>
          <ac:spMkLst>
            <pc:docMk/>
            <pc:sldMk cId="1847299817" sldId="272"/>
            <ac:spMk id="39" creationId="{777A147A-9ED8-46B4-8660-1B3C2AA880B5}"/>
          </ac:spMkLst>
        </pc:spChg>
        <pc:spChg chg="add del">
          <ac:chgData name="SUBRATH TARAFDAR" userId="a5918cc4-ce82-40cb-b9b5-dda911b6d753" providerId="ADAL" clId="{241F84E2-B6AB-450F-97BD-9E4045A28C22}" dt="2026-05-06T00:08:39.152" v="816" actId="26606"/>
          <ac:spMkLst>
            <pc:docMk/>
            <pc:sldMk cId="1847299817" sldId="272"/>
            <ac:spMk id="40" creationId="{5D6C15A0-C087-4593-8414-2B4EC1CDC3DE}"/>
          </ac:spMkLst>
        </pc:spChg>
        <pc:spChg chg="add">
          <ac:chgData name="SUBRATH TARAFDAR" userId="a5918cc4-ce82-40cb-b9b5-dda911b6d753" providerId="ADAL" clId="{241F84E2-B6AB-450F-97BD-9E4045A28C22}" dt="2026-05-06T00:08:39.152" v="816" actId="26606"/>
          <ac:spMkLst>
            <pc:docMk/>
            <pc:sldMk cId="1847299817" sldId="272"/>
            <ac:spMk id="45" creationId="{8B9AA7C6-5E5A-498E-A6DF-A943376E09BC}"/>
          </ac:spMkLst>
        </pc:spChg>
        <pc:spChg chg="add">
          <ac:chgData name="SUBRATH TARAFDAR" userId="a5918cc4-ce82-40cb-b9b5-dda911b6d753" providerId="ADAL" clId="{241F84E2-B6AB-450F-97BD-9E4045A28C22}" dt="2026-05-06T00:08:39.152" v="816" actId="26606"/>
          <ac:spMkLst>
            <pc:docMk/>
            <pc:sldMk cId="1847299817" sldId="272"/>
            <ac:spMk id="51" creationId="{81E140AE-0ABF-47C8-BF32-7D2F0CF2BA44}"/>
          </ac:spMkLst>
        </pc:spChg>
        <pc:spChg chg="add">
          <ac:chgData name="SUBRATH TARAFDAR" userId="a5918cc4-ce82-40cb-b9b5-dda911b6d753" providerId="ADAL" clId="{241F84E2-B6AB-450F-97BD-9E4045A28C22}" dt="2026-05-06T00:08:39.152" v="816" actId="26606"/>
          <ac:spMkLst>
            <pc:docMk/>
            <pc:sldMk cId="1847299817" sldId="272"/>
            <ac:spMk id="53" creationId="{CBC4F608-B4B8-48C3-9572-C0F061B1CD99}"/>
          </ac:spMkLst>
        </pc:spChg>
        <pc:grpChg chg="add del">
          <ac:chgData name="SUBRATH TARAFDAR" userId="a5918cc4-ce82-40cb-b9b5-dda911b6d753" providerId="ADAL" clId="{241F84E2-B6AB-450F-97BD-9E4045A28C22}" dt="2026-05-06T00:07:27.899" v="804" actId="26606"/>
          <ac:grpSpMkLst>
            <pc:docMk/>
            <pc:sldMk cId="1847299817" sldId="272"/>
            <ac:grpSpMk id="24" creationId="{83EAB11A-76F7-48F4-9B4F-5BFDF4BF9670}"/>
          </ac:grpSpMkLst>
        </pc:grpChg>
        <pc:grpChg chg="add">
          <ac:chgData name="SUBRATH TARAFDAR" userId="a5918cc4-ce82-40cb-b9b5-dda911b6d753" providerId="ADAL" clId="{241F84E2-B6AB-450F-97BD-9E4045A28C22}" dt="2026-05-06T00:08:39.152" v="816" actId="26606"/>
          <ac:grpSpMkLst>
            <pc:docMk/>
            <pc:sldMk cId="1847299817" sldId="272"/>
            <ac:grpSpMk id="47" creationId="{83EAB11A-76F7-48F4-9B4F-5BFDF4BF9670}"/>
          </ac:grpSpMkLst>
        </pc:grpChg>
        <pc:graphicFrameChg chg="del">
          <ac:chgData name="SUBRATH TARAFDAR" userId="a5918cc4-ce82-40cb-b9b5-dda911b6d753" providerId="ADAL" clId="{241F84E2-B6AB-450F-97BD-9E4045A28C22}" dt="2026-05-06T00:04:56.924" v="786" actId="478"/>
          <ac:graphicFrameMkLst>
            <pc:docMk/>
            <pc:sldMk cId="1847299817" sldId="272"/>
            <ac:graphicFrameMk id="6" creationId="{658B9956-2BDD-E93A-6841-CECE3D16398F}"/>
          </ac:graphicFrameMkLst>
        </pc:graphicFrameChg>
      </pc:sldChg>
      <pc:sldChg chg="addSp delSp modSp mod">
        <pc:chgData name="SUBRATH TARAFDAR" userId="a5918cc4-ce82-40cb-b9b5-dda911b6d753" providerId="ADAL" clId="{241F84E2-B6AB-450F-97BD-9E4045A28C22}" dt="2026-05-06T00:16:33.687" v="925"/>
        <pc:sldMkLst>
          <pc:docMk/>
          <pc:sldMk cId="557171580" sldId="273"/>
        </pc:sldMkLst>
        <pc:spChg chg="mod">
          <ac:chgData name="SUBRATH TARAFDAR" userId="a5918cc4-ce82-40cb-b9b5-dda911b6d753" providerId="ADAL" clId="{241F84E2-B6AB-450F-97BD-9E4045A28C22}" dt="2026-05-06T00:16:33.687" v="925"/>
          <ac:spMkLst>
            <pc:docMk/>
            <pc:sldMk cId="557171580" sldId="273"/>
            <ac:spMk id="2" creationId="{3CF074DC-5248-AEC9-ABF1-4BDBBCF5C1AA}"/>
          </ac:spMkLst>
        </pc:spChg>
        <pc:spChg chg="del">
          <ac:chgData name="SUBRATH TARAFDAR" userId="a5918cc4-ce82-40cb-b9b5-dda911b6d753" providerId="ADAL" clId="{241F84E2-B6AB-450F-97BD-9E4045A28C22}" dt="2026-05-06T00:15:47.712" v="919" actId="26606"/>
          <ac:spMkLst>
            <pc:docMk/>
            <pc:sldMk cId="557171580" sldId="273"/>
            <ac:spMk id="3" creationId="{B952FA60-2A57-6333-BA85-E075878FB2B3}"/>
          </ac:spMkLst>
        </pc:spChg>
        <pc:spChg chg="del">
          <ac:chgData name="SUBRATH TARAFDAR" userId="a5918cc4-ce82-40cb-b9b5-dda911b6d753" providerId="ADAL" clId="{241F84E2-B6AB-450F-97BD-9E4045A28C22}" dt="2026-05-06T00:15:41.697" v="918" actId="478"/>
          <ac:spMkLst>
            <pc:docMk/>
            <pc:sldMk cId="557171580" sldId="273"/>
            <ac:spMk id="5" creationId="{603AE52A-AB83-4FFA-A789-D7D0BAA398B9}"/>
          </ac:spMkLst>
        </pc:spChg>
        <pc:graphicFrameChg chg="add mod">
          <ac:chgData name="SUBRATH TARAFDAR" userId="a5918cc4-ce82-40cb-b9b5-dda911b6d753" providerId="ADAL" clId="{241F84E2-B6AB-450F-97BD-9E4045A28C22}" dt="2026-05-06T00:16:10.099" v="923" actId="1076"/>
          <ac:graphicFrameMkLst>
            <pc:docMk/>
            <pc:sldMk cId="557171580" sldId="273"/>
            <ac:graphicFrameMk id="6" creationId="{249B269A-A174-62D2-B63C-24B9120F209F}"/>
          </ac:graphicFrameMkLst>
        </pc:graphicFrameChg>
      </pc:sldChg>
      <pc:sldChg chg="add">
        <pc:chgData name="SUBRATH TARAFDAR" userId="a5918cc4-ce82-40cb-b9b5-dda911b6d753" providerId="ADAL" clId="{241F84E2-B6AB-450F-97BD-9E4045A28C22}" dt="2026-05-06T00:04:11.168" v="768" actId="2890"/>
        <pc:sldMkLst>
          <pc:docMk/>
          <pc:sldMk cId="963760202" sldId="276"/>
        </pc:sldMkLst>
      </pc:sldChg>
    </pc:docChg>
  </pc:docChgLst>
  <pc:docChgLst>
    <pc:chgData name="BASUDEB KUNDU" userId="S::23-50856-1@student.aiub.edu::7da92d7d-ac62-4815-a8b0-4a5797ff23e1" providerId="AD" clId="Web-{A84FF3E1-4ECB-784C-F817-2F144B552926}"/>
    <pc:docChg chg="addSld delSld modSld sldOrd">
      <pc:chgData name="BASUDEB KUNDU" userId="S::23-50856-1@student.aiub.edu::7da92d7d-ac62-4815-a8b0-4a5797ff23e1" providerId="AD" clId="Web-{A84FF3E1-4ECB-784C-F817-2F144B552926}" dt="2026-05-05T20:53:37.315" v="819" actId="20577"/>
      <pc:docMkLst>
        <pc:docMk/>
      </pc:docMkLst>
      <pc:sldChg chg="addSp modSp">
        <pc:chgData name="BASUDEB KUNDU" userId="S::23-50856-1@student.aiub.edu::7da92d7d-ac62-4815-a8b0-4a5797ff23e1" providerId="AD" clId="Web-{A84FF3E1-4ECB-784C-F817-2F144B552926}" dt="2026-05-05T20:50:39.795" v="806" actId="20577"/>
        <pc:sldMkLst>
          <pc:docMk/>
          <pc:sldMk cId="1055521164" sldId="256"/>
        </pc:sldMkLst>
        <pc:spChg chg="add mod">
          <ac:chgData name="BASUDEB KUNDU" userId="S::23-50856-1@student.aiub.edu::7da92d7d-ac62-4815-a8b0-4a5797ff23e1" providerId="AD" clId="Web-{A84FF3E1-4ECB-784C-F817-2F144B552926}" dt="2026-05-05T20:44:15.227" v="746" actId="14100"/>
          <ac:spMkLst>
            <pc:docMk/>
            <pc:sldMk cId="1055521164" sldId="256"/>
            <ac:spMk id="3" creationId="{31D516AF-C37C-9135-4D52-38F0A6DE3C9E}"/>
          </ac:spMkLst>
        </pc:spChg>
        <pc:spChg chg="mod">
          <ac:chgData name="BASUDEB KUNDU" userId="S::23-50856-1@student.aiub.edu::7da92d7d-ac62-4815-a8b0-4a5797ff23e1" providerId="AD" clId="Web-{A84FF3E1-4ECB-784C-F817-2F144B552926}" dt="2026-05-05T20:50:25.139" v="804" actId="20577"/>
          <ac:spMkLst>
            <pc:docMk/>
            <pc:sldMk cId="1055521164" sldId="256"/>
            <ac:spMk id="12" creationId="{3E7539CA-1AFE-D0B6-CF2E-13F65A5D3F16}"/>
          </ac:spMkLst>
        </pc:spChg>
        <pc:spChg chg="mod">
          <ac:chgData name="BASUDEB KUNDU" userId="S::23-50856-1@student.aiub.edu::7da92d7d-ac62-4815-a8b0-4a5797ff23e1" providerId="AD" clId="Web-{A84FF3E1-4ECB-784C-F817-2F144B552926}" dt="2026-05-05T20:50:39.795" v="806" actId="20577"/>
          <ac:spMkLst>
            <pc:docMk/>
            <pc:sldMk cId="1055521164" sldId="256"/>
            <ac:spMk id="13" creationId="{1B5D1D08-081D-587E-63E6-182C8F066157}"/>
          </ac:spMkLst>
        </pc:spChg>
      </pc:sldChg>
      <pc:sldChg chg="addSp delSp modSp">
        <pc:chgData name="BASUDEB KUNDU" userId="S::23-50856-1@student.aiub.edu::7da92d7d-ac62-4815-a8b0-4a5797ff23e1" providerId="AD" clId="Web-{A84FF3E1-4ECB-784C-F817-2F144B552926}" dt="2026-05-05T20:51:57.126" v="818" actId="14100"/>
        <pc:sldMkLst>
          <pc:docMk/>
          <pc:sldMk cId="4012614728" sldId="257"/>
        </pc:sldMkLst>
        <pc:spChg chg="add mod">
          <ac:chgData name="BASUDEB KUNDU" userId="S::23-50856-1@student.aiub.edu::7da92d7d-ac62-4815-a8b0-4a5797ff23e1" providerId="AD" clId="Web-{A84FF3E1-4ECB-784C-F817-2F144B552926}" dt="2026-05-05T20:51:57.126" v="818" actId="14100"/>
          <ac:spMkLst>
            <pc:docMk/>
            <pc:sldMk cId="4012614728" sldId="257"/>
            <ac:spMk id="3" creationId="{58E4347A-519B-69B9-74DB-6121217E4D65}"/>
          </ac:spMkLst>
        </pc:spChg>
        <pc:spChg chg="del">
          <ac:chgData name="BASUDEB KUNDU" userId="S::23-50856-1@student.aiub.edu::7da92d7d-ac62-4815-a8b0-4a5797ff23e1" providerId="AD" clId="Web-{A84FF3E1-4ECB-784C-F817-2F144B552926}" dt="2026-05-05T20:39:43.166" v="692"/>
          <ac:spMkLst>
            <pc:docMk/>
            <pc:sldMk cId="4012614728" sldId="257"/>
            <ac:spMk id="4" creationId="{04AFB4CC-A0AA-D93E-BFC3-B31FB4E25E0D}"/>
          </ac:spMkLst>
        </pc:spChg>
        <pc:spChg chg="mod">
          <ac:chgData name="BASUDEB KUNDU" userId="S::23-50856-1@student.aiub.edu::7da92d7d-ac62-4815-a8b0-4a5797ff23e1" providerId="AD" clId="Web-{A84FF3E1-4ECB-784C-F817-2F144B552926}" dt="2026-05-05T20:51:44.516" v="816" actId="1076"/>
          <ac:spMkLst>
            <pc:docMk/>
            <pc:sldMk cId="4012614728" sldId="257"/>
            <ac:spMk id="5" creationId="{4C63D1A7-73AA-819D-B6DB-E26938C50AB1}"/>
          </ac:spMkLst>
        </pc:spChg>
        <pc:spChg chg="mod">
          <ac:chgData name="BASUDEB KUNDU" userId="S::23-50856-1@student.aiub.edu::7da92d7d-ac62-4815-a8b0-4a5797ff23e1" providerId="AD" clId="Web-{A84FF3E1-4ECB-784C-F817-2F144B552926}" dt="2026-05-05T20:51:34.391" v="814" actId="1076"/>
          <ac:spMkLst>
            <pc:docMk/>
            <pc:sldMk cId="4012614728" sldId="257"/>
            <ac:spMk id="7" creationId="{E29456C2-B19E-C380-5763-B42529311E81}"/>
          </ac:spMkLst>
        </pc:spChg>
        <pc:picChg chg="mod">
          <ac:chgData name="BASUDEB KUNDU" userId="S::23-50856-1@student.aiub.edu::7da92d7d-ac62-4815-a8b0-4a5797ff23e1" providerId="AD" clId="Web-{A84FF3E1-4ECB-784C-F817-2F144B552926}" dt="2026-05-05T20:40:21.932" v="696" actId="1076"/>
          <ac:picMkLst>
            <pc:docMk/>
            <pc:sldMk cId="4012614728" sldId="257"/>
            <ac:picMk id="6" creationId="{489EB1E7-7345-6FA8-5E02-403A8D670336}"/>
          </ac:picMkLst>
        </pc:picChg>
      </pc:sldChg>
      <pc:sldChg chg="delSp modSp">
        <pc:chgData name="BASUDEB KUNDU" userId="S::23-50856-1@student.aiub.edu::7da92d7d-ac62-4815-a8b0-4a5797ff23e1" providerId="AD" clId="Web-{A84FF3E1-4ECB-784C-F817-2F144B552926}" dt="2026-05-05T20:48:52.557" v="799" actId="1076"/>
        <pc:sldMkLst>
          <pc:docMk/>
          <pc:sldMk cId="4059296185" sldId="258"/>
        </pc:sldMkLst>
        <pc:spChg chg="mod">
          <ac:chgData name="BASUDEB KUNDU" userId="S::23-50856-1@student.aiub.edu::7da92d7d-ac62-4815-a8b0-4a5797ff23e1" providerId="AD" clId="Web-{A84FF3E1-4ECB-784C-F817-2F144B552926}" dt="2026-05-05T20:43:29.222" v="738" actId="14100"/>
          <ac:spMkLst>
            <pc:docMk/>
            <pc:sldMk cId="4059296185" sldId="258"/>
            <ac:spMk id="4" creationId="{EAEDBE72-0B02-B986-15EA-F650552C405F}"/>
          </ac:spMkLst>
        </pc:spChg>
        <pc:spChg chg="del mod">
          <ac:chgData name="BASUDEB KUNDU" userId="S::23-50856-1@student.aiub.edu::7da92d7d-ac62-4815-a8b0-4a5797ff23e1" providerId="AD" clId="Web-{A84FF3E1-4ECB-784C-F817-2F144B552926}" dt="2026-05-05T20:41:36.402" v="710"/>
          <ac:spMkLst>
            <pc:docMk/>
            <pc:sldMk cId="4059296185" sldId="258"/>
            <ac:spMk id="5" creationId="{01A6B0EE-5348-0362-481D-7E59EF54C868}"/>
          </ac:spMkLst>
        </pc:spChg>
        <pc:spChg chg="mod">
          <ac:chgData name="BASUDEB KUNDU" userId="S::23-50856-1@student.aiub.edu::7da92d7d-ac62-4815-a8b0-4a5797ff23e1" providerId="AD" clId="Web-{A84FF3E1-4ECB-784C-F817-2F144B552926}" dt="2026-05-05T20:48:39.057" v="797" actId="14100"/>
          <ac:spMkLst>
            <pc:docMk/>
            <pc:sldMk cId="4059296185" sldId="258"/>
            <ac:spMk id="7" creationId="{4A41B5BD-513B-28AE-9C28-C6B77AF93B47}"/>
          </ac:spMkLst>
        </pc:spChg>
        <pc:spChg chg="del">
          <ac:chgData name="BASUDEB KUNDU" userId="S::23-50856-1@student.aiub.edu::7da92d7d-ac62-4815-a8b0-4a5797ff23e1" providerId="AD" clId="Web-{A84FF3E1-4ECB-784C-F817-2F144B552926}" dt="2026-05-05T20:42:27.058" v="728"/>
          <ac:spMkLst>
            <pc:docMk/>
            <pc:sldMk cId="4059296185" sldId="258"/>
            <ac:spMk id="8" creationId="{8929E1AB-E7EC-E84F-7E9B-A11F4699EA31}"/>
          </ac:spMkLst>
        </pc:spChg>
        <pc:spChg chg="mod">
          <ac:chgData name="BASUDEB KUNDU" userId="S::23-50856-1@student.aiub.edu::7da92d7d-ac62-4815-a8b0-4a5797ff23e1" providerId="AD" clId="Web-{A84FF3E1-4ECB-784C-F817-2F144B552926}" dt="2026-05-05T20:48:52.557" v="799" actId="1076"/>
          <ac:spMkLst>
            <pc:docMk/>
            <pc:sldMk cId="4059296185" sldId="258"/>
            <ac:spMk id="9" creationId="{707E0B90-15CA-C853-3550-AD1A68C77D3F}"/>
          </ac:spMkLst>
        </pc:spChg>
        <pc:spChg chg="del">
          <ac:chgData name="BASUDEB KUNDU" userId="S::23-50856-1@student.aiub.edu::7da92d7d-ac62-4815-a8b0-4a5797ff23e1" providerId="AD" clId="Web-{A84FF3E1-4ECB-784C-F817-2F144B552926}" dt="2026-05-05T20:42:07.730" v="721"/>
          <ac:spMkLst>
            <pc:docMk/>
            <pc:sldMk cId="4059296185" sldId="258"/>
            <ac:spMk id="11" creationId="{C116E39E-00CB-FA0E-B0E5-233777AB49AC}"/>
          </ac:spMkLst>
        </pc:spChg>
        <pc:spChg chg="del">
          <ac:chgData name="BASUDEB KUNDU" userId="S::23-50856-1@student.aiub.edu::7da92d7d-ac62-4815-a8b0-4a5797ff23e1" providerId="AD" clId="Web-{A84FF3E1-4ECB-784C-F817-2F144B552926}" dt="2026-05-05T20:42:07.730" v="720"/>
          <ac:spMkLst>
            <pc:docMk/>
            <pc:sldMk cId="4059296185" sldId="258"/>
            <ac:spMk id="12" creationId="{E0018F3C-C685-19F0-7CF3-F34ACB28983E}"/>
          </ac:spMkLst>
        </pc:spChg>
        <pc:spChg chg="del mod">
          <ac:chgData name="BASUDEB KUNDU" userId="S::23-50856-1@student.aiub.edu::7da92d7d-ac62-4815-a8b0-4a5797ff23e1" providerId="AD" clId="Web-{A84FF3E1-4ECB-784C-F817-2F144B552926}" dt="2026-05-05T20:42:07.730" v="719"/>
          <ac:spMkLst>
            <pc:docMk/>
            <pc:sldMk cId="4059296185" sldId="258"/>
            <ac:spMk id="13" creationId="{FD77100C-2568-742E-F6DC-F4FB7BCB4DAC}"/>
          </ac:spMkLst>
        </pc:spChg>
        <pc:spChg chg="del">
          <ac:chgData name="BASUDEB KUNDU" userId="S::23-50856-1@student.aiub.edu::7da92d7d-ac62-4815-a8b0-4a5797ff23e1" providerId="AD" clId="Web-{A84FF3E1-4ECB-784C-F817-2F144B552926}" dt="2026-05-05T20:42:07.730" v="717"/>
          <ac:spMkLst>
            <pc:docMk/>
            <pc:sldMk cId="4059296185" sldId="258"/>
            <ac:spMk id="15" creationId="{B6BF84A0-424A-EC2E-48B6-D19FABCAD68D}"/>
          </ac:spMkLst>
        </pc:spChg>
        <pc:spChg chg="del">
          <ac:chgData name="BASUDEB KUNDU" userId="S::23-50856-1@student.aiub.edu::7da92d7d-ac62-4815-a8b0-4a5797ff23e1" providerId="AD" clId="Web-{A84FF3E1-4ECB-784C-F817-2F144B552926}" dt="2026-05-05T20:42:07.730" v="716"/>
          <ac:spMkLst>
            <pc:docMk/>
            <pc:sldMk cId="4059296185" sldId="258"/>
            <ac:spMk id="16" creationId="{DA4885AF-8A12-8F3B-E9A4-BA3A32618566}"/>
          </ac:spMkLst>
        </pc:spChg>
        <pc:spChg chg="del">
          <ac:chgData name="BASUDEB KUNDU" userId="S::23-50856-1@student.aiub.edu::7da92d7d-ac62-4815-a8b0-4a5797ff23e1" providerId="AD" clId="Web-{A84FF3E1-4ECB-784C-F817-2F144B552926}" dt="2026-05-05T20:42:07.730" v="715"/>
          <ac:spMkLst>
            <pc:docMk/>
            <pc:sldMk cId="4059296185" sldId="258"/>
            <ac:spMk id="17" creationId="{92A52945-098A-0BDD-DDBC-F69E6605A1E6}"/>
          </ac:spMkLst>
        </pc:spChg>
        <pc:spChg chg="del">
          <ac:chgData name="BASUDEB KUNDU" userId="S::23-50856-1@student.aiub.edu::7da92d7d-ac62-4815-a8b0-4a5797ff23e1" providerId="AD" clId="Web-{A84FF3E1-4ECB-784C-F817-2F144B552926}" dt="2026-05-05T20:42:09.871" v="723"/>
          <ac:spMkLst>
            <pc:docMk/>
            <pc:sldMk cId="4059296185" sldId="258"/>
            <ac:spMk id="18" creationId="{21AABE81-969C-FAED-B9A1-BC7E07EF6A63}"/>
          </ac:spMkLst>
        </pc:spChg>
        <pc:spChg chg="del mod">
          <ac:chgData name="BASUDEB KUNDU" userId="S::23-50856-1@student.aiub.edu::7da92d7d-ac62-4815-a8b0-4a5797ff23e1" providerId="AD" clId="Web-{A84FF3E1-4ECB-784C-F817-2F144B552926}" dt="2026-05-05T20:42:21.793" v="727"/>
          <ac:spMkLst>
            <pc:docMk/>
            <pc:sldMk cId="4059296185" sldId="258"/>
            <ac:spMk id="20" creationId="{CF96581A-5C50-635E-26FB-B1D83B81FBBD}"/>
          </ac:spMkLst>
        </pc:spChg>
        <pc:picChg chg="del mod">
          <ac:chgData name="BASUDEB KUNDU" userId="S::23-50856-1@student.aiub.edu::7da92d7d-ac62-4815-a8b0-4a5797ff23e1" providerId="AD" clId="Web-{A84FF3E1-4ECB-784C-F817-2F144B552926}" dt="2026-05-05T20:42:07.730" v="722"/>
          <ac:picMkLst>
            <pc:docMk/>
            <pc:sldMk cId="4059296185" sldId="258"/>
            <ac:picMk id="10" creationId="{F988EF2D-A512-8FF6-4C55-C76B5265CAD6}"/>
          </ac:picMkLst>
        </pc:picChg>
        <pc:picChg chg="del">
          <ac:chgData name="BASUDEB KUNDU" userId="S::23-50856-1@student.aiub.edu::7da92d7d-ac62-4815-a8b0-4a5797ff23e1" providerId="AD" clId="Web-{A84FF3E1-4ECB-784C-F817-2F144B552926}" dt="2026-05-05T20:42:07.730" v="718"/>
          <ac:picMkLst>
            <pc:docMk/>
            <pc:sldMk cId="4059296185" sldId="258"/>
            <ac:picMk id="14" creationId="{01643805-007F-0073-A29C-8D0F07BEE2D0}"/>
          </ac:picMkLst>
        </pc:picChg>
        <pc:picChg chg="del">
          <ac:chgData name="BASUDEB KUNDU" userId="S::23-50856-1@student.aiub.edu::7da92d7d-ac62-4815-a8b0-4a5797ff23e1" providerId="AD" clId="Web-{A84FF3E1-4ECB-784C-F817-2F144B552926}" dt="2026-05-05T20:42:33.918" v="730"/>
          <ac:picMkLst>
            <pc:docMk/>
            <pc:sldMk cId="4059296185" sldId="258"/>
            <ac:picMk id="19" creationId="{41EC197C-0A27-36FB-3A3F-ABCB70708BE7}"/>
          </ac:picMkLst>
        </pc:picChg>
      </pc:sldChg>
      <pc:sldChg chg="addSp delSp modSp">
        <pc:chgData name="BASUDEB KUNDU" userId="S::23-50856-1@student.aiub.edu::7da92d7d-ac62-4815-a8b0-4a5797ff23e1" providerId="AD" clId="Web-{A84FF3E1-4ECB-784C-F817-2F144B552926}" dt="2026-05-05T20:48:59.792" v="800" actId="1076"/>
        <pc:sldMkLst>
          <pc:docMk/>
          <pc:sldMk cId="3337473174" sldId="259"/>
        </pc:sldMkLst>
        <pc:spChg chg="add mod">
          <ac:chgData name="BASUDEB KUNDU" userId="S::23-50856-1@student.aiub.edu::7da92d7d-ac62-4815-a8b0-4a5797ff23e1" providerId="AD" clId="Web-{A84FF3E1-4ECB-784C-F817-2F144B552926}" dt="2026-05-05T20:48:59.792" v="800" actId="1076"/>
          <ac:spMkLst>
            <pc:docMk/>
            <pc:sldMk cId="3337473174" sldId="259"/>
            <ac:spMk id="2" creationId="{9863C8A4-2F6D-5581-12FA-96BF26C3AAB0}"/>
          </ac:spMkLst>
        </pc:spChg>
        <pc:spChg chg="del mod">
          <ac:chgData name="BASUDEB KUNDU" userId="S::23-50856-1@student.aiub.edu::7da92d7d-ac62-4815-a8b0-4a5797ff23e1" providerId="AD" clId="Web-{A84FF3E1-4ECB-784C-F817-2F144B552926}" dt="2026-05-05T20:46:37.863" v="779"/>
          <ac:spMkLst>
            <pc:docMk/>
            <pc:sldMk cId="3337473174" sldId="259"/>
            <ac:spMk id="4" creationId="{6DB28B03-1795-06B0-844A-03AB06960245}"/>
          </ac:spMkLst>
        </pc:spChg>
        <pc:spChg chg="mod">
          <ac:chgData name="BASUDEB KUNDU" userId="S::23-50856-1@student.aiub.edu::7da92d7d-ac62-4815-a8b0-4a5797ff23e1" providerId="AD" clId="Web-{A84FF3E1-4ECB-784C-F817-2F144B552926}" dt="2026-05-05T20:48:11.618" v="794" actId="20577"/>
          <ac:spMkLst>
            <pc:docMk/>
            <pc:sldMk cId="3337473174" sldId="259"/>
            <ac:spMk id="5" creationId="{A5FC1484-4C7E-A0F6-6301-C747B65D9901}"/>
          </ac:spMkLst>
        </pc:spChg>
        <pc:spChg chg="del mod">
          <ac:chgData name="BASUDEB KUNDU" userId="S::23-50856-1@student.aiub.edu::7da92d7d-ac62-4815-a8b0-4a5797ff23e1" providerId="AD" clId="Web-{A84FF3E1-4ECB-784C-F817-2F144B552926}" dt="2026-05-05T20:45:43.656" v="772"/>
          <ac:spMkLst>
            <pc:docMk/>
            <pc:sldMk cId="3337473174" sldId="259"/>
            <ac:spMk id="11" creationId="{2858A6CC-5E8A-4793-5C62-80C4AFB37844}"/>
          </ac:spMkLst>
        </pc:spChg>
        <pc:spChg chg="del">
          <ac:chgData name="BASUDEB KUNDU" userId="S::23-50856-1@student.aiub.edu::7da92d7d-ac62-4815-a8b0-4a5797ff23e1" providerId="AD" clId="Web-{A84FF3E1-4ECB-784C-F817-2F144B552926}" dt="2026-05-05T20:45:36.984" v="770"/>
          <ac:spMkLst>
            <pc:docMk/>
            <pc:sldMk cId="3337473174" sldId="259"/>
            <ac:spMk id="12" creationId="{A8E2CC9B-ACC8-8499-A9FE-FBC23D833C3A}"/>
          </ac:spMkLst>
        </pc:spChg>
        <pc:spChg chg="del">
          <ac:chgData name="BASUDEB KUNDU" userId="S::23-50856-1@student.aiub.edu::7da92d7d-ac62-4815-a8b0-4a5797ff23e1" providerId="AD" clId="Web-{A84FF3E1-4ECB-784C-F817-2F144B552926}" dt="2026-05-05T20:45:36.984" v="769"/>
          <ac:spMkLst>
            <pc:docMk/>
            <pc:sldMk cId="3337473174" sldId="259"/>
            <ac:spMk id="13" creationId="{5AAAF2D7-E525-A98F-1230-85A9904AFEEC}"/>
          </ac:spMkLst>
        </pc:spChg>
        <pc:spChg chg="del">
          <ac:chgData name="BASUDEB KUNDU" userId="S::23-50856-1@student.aiub.edu::7da92d7d-ac62-4815-a8b0-4a5797ff23e1" providerId="AD" clId="Web-{A84FF3E1-4ECB-784C-F817-2F144B552926}" dt="2026-05-05T20:45:36.984" v="768"/>
          <ac:spMkLst>
            <pc:docMk/>
            <pc:sldMk cId="3337473174" sldId="259"/>
            <ac:spMk id="14" creationId="{E70715BA-A1C4-54B3-13D8-C6757709F587}"/>
          </ac:spMkLst>
        </pc:spChg>
        <pc:spChg chg="del">
          <ac:chgData name="BASUDEB KUNDU" userId="S::23-50856-1@student.aiub.edu::7da92d7d-ac62-4815-a8b0-4a5797ff23e1" providerId="AD" clId="Web-{A84FF3E1-4ECB-784C-F817-2F144B552926}" dt="2026-05-05T20:45:36.984" v="767"/>
          <ac:spMkLst>
            <pc:docMk/>
            <pc:sldMk cId="3337473174" sldId="259"/>
            <ac:spMk id="15" creationId="{0C129803-4820-C231-20C4-E083E6D89FAC}"/>
          </ac:spMkLst>
        </pc:spChg>
        <pc:spChg chg="del">
          <ac:chgData name="BASUDEB KUNDU" userId="S::23-50856-1@student.aiub.edu::7da92d7d-ac62-4815-a8b0-4a5797ff23e1" providerId="AD" clId="Web-{A84FF3E1-4ECB-784C-F817-2F144B552926}" dt="2026-05-05T20:45:36.984" v="766"/>
          <ac:spMkLst>
            <pc:docMk/>
            <pc:sldMk cId="3337473174" sldId="259"/>
            <ac:spMk id="16" creationId="{9DD875BF-A3AD-C6D0-DCBF-F5BF4C0F964C}"/>
          </ac:spMkLst>
        </pc:spChg>
        <pc:spChg chg="del">
          <ac:chgData name="BASUDEB KUNDU" userId="S::23-50856-1@student.aiub.edu::7da92d7d-ac62-4815-a8b0-4a5797ff23e1" providerId="AD" clId="Web-{A84FF3E1-4ECB-784C-F817-2F144B552926}" dt="2026-05-05T20:45:36.984" v="765"/>
          <ac:spMkLst>
            <pc:docMk/>
            <pc:sldMk cId="3337473174" sldId="259"/>
            <ac:spMk id="17" creationId="{8AB82C07-1AB4-1141-B2D1-5AE96E1610AB}"/>
          </ac:spMkLst>
        </pc:spChg>
        <pc:spChg chg="del">
          <ac:chgData name="BASUDEB KUNDU" userId="S::23-50856-1@student.aiub.edu::7da92d7d-ac62-4815-a8b0-4a5797ff23e1" providerId="AD" clId="Web-{A84FF3E1-4ECB-784C-F817-2F144B552926}" dt="2026-05-05T20:45:36.984" v="764"/>
          <ac:spMkLst>
            <pc:docMk/>
            <pc:sldMk cId="3337473174" sldId="259"/>
            <ac:spMk id="18" creationId="{4BAE136B-AEF0-4C9C-839F-A11CFB80E2BE}"/>
          </ac:spMkLst>
        </pc:spChg>
        <pc:spChg chg="del">
          <ac:chgData name="BASUDEB KUNDU" userId="S::23-50856-1@student.aiub.edu::7da92d7d-ac62-4815-a8b0-4a5797ff23e1" providerId="AD" clId="Web-{A84FF3E1-4ECB-784C-F817-2F144B552926}" dt="2026-05-05T20:45:36.984" v="763"/>
          <ac:spMkLst>
            <pc:docMk/>
            <pc:sldMk cId="3337473174" sldId="259"/>
            <ac:spMk id="19" creationId="{997C5BC2-758A-BE73-0496-8051A80CB567}"/>
          </ac:spMkLst>
        </pc:spChg>
        <pc:spChg chg="del">
          <ac:chgData name="BASUDEB KUNDU" userId="S::23-50856-1@student.aiub.edu::7da92d7d-ac62-4815-a8b0-4a5797ff23e1" providerId="AD" clId="Web-{A84FF3E1-4ECB-784C-F817-2F144B552926}" dt="2026-05-05T20:45:36.984" v="762"/>
          <ac:spMkLst>
            <pc:docMk/>
            <pc:sldMk cId="3337473174" sldId="259"/>
            <ac:spMk id="20" creationId="{78E7E441-0686-FAF6-EE2E-692801FC97C8}"/>
          </ac:spMkLst>
        </pc:spChg>
        <pc:spChg chg="del">
          <ac:chgData name="BASUDEB KUNDU" userId="S::23-50856-1@student.aiub.edu::7da92d7d-ac62-4815-a8b0-4a5797ff23e1" providerId="AD" clId="Web-{A84FF3E1-4ECB-784C-F817-2F144B552926}" dt="2026-05-05T20:45:36.984" v="761"/>
          <ac:spMkLst>
            <pc:docMk/>
            <pc:sldMk cId="3337473174" sldId="259"/>
            <ac:spMk id="21" creationId="{D98A13CE-EBFF-0AAE-B001-6F81F8D753CD}"/>
          </ac:spMkLst>
        </pc:spChg>
        <pc:spChg chg="del">
          <ac:chgData name="BASUDEB KUNDU" userId="S::23-50856-1@student.aiub.edu::7da92d7d-ac62-4815-a8b0-4a5797ff23e1" providerId="AD" clId="Web-{A84FF3E1-4ECB-784C-F817-2F144B552926}" dt="2026-05-05T20:45:36.984" v="760"/>
          <ac:spMkLst>
            <pc:docMk/>
            <pc:sldMk cId="3337473174" sldId="259"/>
            <ac:spMk id="22" creationId="{C37DCE07-D244-F046-9779-AF061C980127}"/>
          </ac:spMkLst>
        </pc:spChg>
        <pc:spChg chg="del mod">
          <ac:chgData name="BASUDEB KUNDU" userId="S::23-50856-1@student.aiub.edu::7da92d7d-ac62-4815-a8b0-4a5797ff23e1" providerId="AD" clId="Web-{A84FF3E1-4ECB-784C-F817-2F144B552926}" dt="2026-05-05T20:45:36.984" v="759"/>
          <ac:spMkLst>
            <pc:docMk/>
            <pc:sldMk cId="3337473174" sldId="259"/>
            <ac:spMk id="23" creationId="{882CF7F4-90BC-54E3-6299-A2E7C8AD92A8}"/>
          </ac:spMkLst>
        </pc:spChg>
        <pc:spChg chg="del">
          <ac:chgData name="BASUDEB KUNDU" userId="S::23-50856-1@student.aiub.edu::7da92d7d-ac62-4815-a8b0-4a5797ff23e1" providerId="AD" clId="Web-{A84FF3E1-4ECB-784C-F817-2F144B552926}" dt="2026-05-05T20:45:36.984" v="758"/>
          <ac:spMkLst>
            <pc:docMk/>
            <pc:sldMk cId="3337473174" sldId="259"/>
            <ac:spMk id="24" creationId="{259274B6-1C2B-BD25-848C-F973F5C7F570}"/>
          </ac:spMkLst>
        </pc:spChg>
        <pc:spChg chg="del">
          <ac:chgData name="BASUDEB KUNDU" userId="S::23-50856-1@student.aiub.edu::7da92d7d-ac62-4815-a8b0-4a5797ff23e1" providerId="AD" clId="Web-{A84FF3E1-4ECB-784C-F817-2F144B552926}" dt="2026-05-05T20:45:36.984" v="757"/>
          <ac:spMkLst>
            <pc:docMk/>
            <pc:sldMk cId="3337473174" sldId="259"/>
            <ac:spMk id="25" creationId="{7482D263-79A2-DDC7-9980-589BF77D2F4E}"/>
          </ac:spMkLst>
        </pc:spChg>
        <pc:spChg chg="add mod">
          <ac:chgData name="BASUDEB KUNDU" userId="S::23-50856-1@student.aiub.edu::7da92d7d-ac62-4815-a8b0-4a5797ff23e1" providerId="AD" clId="Web-{A84FF3E1-4ECB-784C-F817-2F144B552926}" dt="2026-05-05T20:48:23.150" v="796" actId="1076"/>
          <ac:spMkLst>
            <pc:docMk/>
            <pc:sldMk cId="3337473174" sldId="259"/>
            <ac:spMk id="26" creationId="{E703DFE1-DA4D-8399-621D-EFE590B340D9}"/>
          </ac:spMkLst>
        </pc:spChg>
        <pc:picChg chg="del">
          <ac:chgData name="BASUDEB KUNDU" userId="S::23-50856-1@student.aiub.edu::7da92d7d-ac62-4815-a8b0-4a5797ff23e1" providerId="AD" clId="Web-{A84FF3E1-4ECB-784C-F817-2F144B552926}" dt="2026-05-05T20:45:07.622" v="750"/>
          <ac:picMkLst>
            <pc:docMk/>
            <pc:sldMk cId="3337473174" sldId="259"/>
            <ac:picMk id="6" creationId="{C6991783-CF63-E9FF-C990-E7F0BD5C3E15}"/>
          </ac:picMkLst>
        </pc:picChg>
      </pc:sldChg>
      <pc:sldChg chg="modSp">
        <pc:chgData name="BASUDEB KUNDU" userId="S::23-50856-1@student.aiub.edu::7da92d7d-ac62-4815-a8b0-4a5797ff23e1" providerId="AD" clId="Web-{A84FF3E1-4ECB-784C-F817-2F144B552926}" dt="2026-05-05T16:23:49.336" v="24" actId="20577"/>
        <pc:sldMkLst>
          <pc:docMk/>
          <pc:sldMk cId="454489926" sldId="261"/>
        </pc:sldMkLst>
        <pc:spChg chg="mod">
          <ac:chgData name="BASUDEB KUNDU" userId="S::23-50856-1@student.aiub.edu::7da92d7d-ac62-4815-a8b0-4a5797ff23e1" providerId="AD" clId="Web-{A84FF3E1-4ECB-784C-F817-2F144B552926}" dt="2026-05-05T16:21:50.363" v="14" actId="20577"/>
          <ac:spMkLst>
            <pc:docMk/>
            <pc:sldMk cId="454489926" sldId="261"/>
            <ac:spMk id="4" creationId="{EB8FB353-617F-8016-02D3-D91198B612CB}"/>
          </ac:spMkLst>
        </pc:spChg>
        <pc:spChg chg="mod">
          <ac:chgData name="BASUDEB KUNDU" userId="S::23-50856-1@student.aiub.edu::7da92d7d-ac62-4815-a8b0-4a5797ff23e1" providerId="AD" clId="Web-{A84FF3E1-4ECB-784C-F817-2F144B552926}" dt="2026-05-05T16:23:17.708" v="20" actId="20577"/>
          <ac:spMkLst>
            <pc:docMk/>
            <pc:sldMk cId="454489926" sldId="261"/>
            <ac:spMk id="5" creationId="{AE0C7D4A-B62D-2248-03D0-A9D2672831A0}"/>
          </ac:spMkLst>
        </pc:spChg>
        <pc:spChg chg="mod">
          <ac:chgData name="BASUDEB KUNDU" userId="S::23-50856-1@student.aiub.edu::7da92d7d-ac62-4815-a8b0-4a5797ff23e1" providerId="AD" clId="Web-{A84FF3E1-4ECB-784C-F817-2F144B552926}" dt="2026-05-05T16:22:20.879" v="15" actId="20577"/>
          <ac:spMkLst>
            <pc:docMk/>
            <pc:sldMk cId="454489926" sldId="261"/>
            <ac:spMk id="7" creationId="{96942AFD-159C-63AF-487C-D59C49BE8822}"/>
          </ac:spMkLst>
        </pc:spChg>
        <pc:spChg chg="mod">
          <ac:chgData name="BASUDEB KUNDU" userId="S::23-50856-1@student.aiub.edu::7da92d7d-ac62-4815-a8b0-4a5797ff23e1" providerId="AD" clId="Web-{A84FF3E1-4ECB-784C-F817-2F144B552926}" dt="2026-05-05T16:23:26.506" v="21" actId="20577"/>
          <ac:spMkLst>
            <pc:docMk/>
            <pc:sldMk cId="454489926" sldId="261"/>
            <ac:spMk id="8" creationId="{ED47683B-57E0-E1A1-0F24-F9592B2B0451}"/>
          </ac:spMkLst>
        </pc:spChg>
        <pc:spChg chg="mod">
          <ac:chgData name="BASUDEB KUNDU" userId="S::23-50856-1@student.aiub.edu::7da92d7d-ac62-4815-a8b0-4a5797ff23e1" providerId="AD" clId="Web-{A84FF3E1-4ECB-784C-F817-2F144B552926}" dt="2026-05-05T16:22:26.676" v="16" actId="20577"/>
          <ac:spMkLst>
            <pc:docMk/>
            <pc:sldMk cId="454489926" sldId="261"/>
            <ac:spMk id="10" creationId="{302E98E7-4159-7957-B6FF-1B3EB82F682B}"/>
          </ac:spMkLst>
        </pc:spChg>
        <pc:spChg chg="mod">
          <ac:chgData name="BASUDEB KUNDU" userId="S::23-50856-1@student.aiub.edu::7da92d7d-ac62-4815-a8b0-4a5797ff23e1" providerId="AD" clId="Web-{A84FF3E1-4ECB-784C-F817-2F144B552926}" dt="2026-05-05T16:23:37.663" v="22" actId="20577"/>
          <ac:spMkLst>
            <pc:docMk/>
            <pc:sldMk cId="454489926" sldId="261"/>
            <ac:spMk id="11" creationId="{85C4806E-DBB8-BE91-84DA-4E02D32E275F}"/>
          </ac:spMkLst>
        </pc:spChg>
        <pc:spChg chg="mod">
          <ac:chgData name="BASUDEB KUNDU" userId="S::23-50856-1@student.aiub.edu::7da92d7d-ac62-4815-a8b0-4a5797ff23e1" providerId="AD" clId="Web-{A84FF3E1-4ECB-784C-F817-2F144B552926}" dt="2026-05-05T16:22:49.192" v="18" actId="20577"/>
          <ac:spMkLst>
            <pc:docMk/>
            <pc:sldMk cId="454489926" sldId="261"/>
            <ac:spMk id="13" creationId="{5DDF5559-7AB8-E19F-1AA0-4478DA713D46}"/>
          </ac:spMkLst>
        </pc:spChg>
        <pc:spChg chg="mod">
          <ac:chgData name="BASUDEB KUNDU" userId="S::23-50856-1@student.aiub.edu::7da92d7d-ac62-4815-a8b0-4a5797ff23e1" providerId="AD" clId="Web-{A84FF3E1-4ECB-784C-F817-2F144B552926}" dt="2026-05-05T16:23:43.882" v="23" actId="20577"/>
          <ac:spMkLst>
            <pc:docMk/>
            <pc:sldMk cId="454489926" sldId="261"/>
            <ac:spMk id="14" creationId="{1CC87EED-5101-8842-E4B6-870A7F11F310}"/>
          </ac:spMkLst>
        </pc:spChg>
        <pc:spChg chg="mod">
          <ac:chgData name="BASUDEB KUNDU" userId="S::23-50856-1@student.aiub.edu::7da92d7d-ac62-4815-a8b0-4a5797ff23e1" providerId="AD" clId="Web-{A84FF3E1-4ECB-784C-F817-2F144B552926}" dt="2026-05-05T16:22:31.598" v="17" actId="20577"/>
          <ac:spMkLst>
            <pc:docMk/>
            <pc:sldMk cId="454489926" sldId="261"/>
            <ac:spMk id="16" creationId="{268CF49E-CC83-97D1-DA66-3509C2A8AF93}"/>
          </ac:spMkLst>
        </pc:spChg>
        <pc:spChg chg="mod">
          <ac:chgData name="BASUDEB KUNDU" userId="S::23-50856-1@student.aiub.edu::7da92d7d-ac62-4815-a8b0-4a5797ff23e1" providerId="AD" clId="Web-{A84FF3E1-4ECB-784C-F817-2F144B552926}" dt="2026-05-05T16:23:49.336" v="24" actId="20577"/>
          <ac:spMkLst>
            <pc:docMk/>
            <pc:sldMk cId="454489926" sldId="261"/>
            <ac:spMk id="17" creationId="{6D204006-5B8F-949A-328D-BF93D62C1ABF}"/>
          </ac:spMkLst>
        </pc:spChg>
      </pc:sldChg>
      <pc:sldChg chg="modSp">
        <pc:chgData name="BASUDEB KUNDU" userId="S::23-50856-1@student.aiub.edu::7da92d7d-ac62-4815-a8b0-4a5797ff23e1" providerId="AD" clId="Web-{A84FF3E1-4ECB-784C-F817-2F144B552926}" dt="2026-05-05T16:27:04.722" v="48" actId="20577"/>
        <pc:sldMkLst>
          <pc:docMk/>
          <pc:sldMk cId="403148472" sldId="262"/>
        </pc:sldMkLst>
        <pc:spChg chg="mod">
          <ac:chgData name="BASUDEB KUNDU" userId="S::23-50856-1@student.aiub.edu::7da92d7d-ac62-4815-a8b0-4a5797ff23e1" providerId="AD" clId="Web-{A84FF3E1-4ECB-784C-F817-2F144B552926}" dt="2026-05-05T16:27:04.722" v="48" actId="20577"/>
          <ac:spMkLst>
            <pc:docMk/>
            <pc:sldMk cId="403148472" sldId="262"/>
            <ac:spMk id="8" creationId="{A516689C-0019-0E24-8DAE-B0D034E4FFCF}"/>
          </ac:spMkLst>
        </pc:spChg>
        <pc:spChg chg="mod">
          <ac:chgData name="BASUDEB KUNDU" userId="S::23-50856-1@student.aiub.edu::7da92d7d-ac62-4815-a8b0-4a5797ff23e1" providerId="AD" clId="Web-{A84FF3E1-4ECB-784C-F817-2F144B552926}" dt="2026-05-05T16:26:41.752" v="38" actId="20577"/>
          <ac:spMkLst>
            <pc:docMk/>
            <pc:sldMk cId="403148472" sldId="262"/>
            <ac:spMk id="9" creationId="{97AE6B96-4E52-5790-FCF3-07D3786523B7}"/>
          </ac:spMkLst>
        </pc:spChg>
        <pc:spChg chg="mod">
          <ac:chgData name="BASUDEB KUNDU" userId="S::23-50856-1@student.aiub.edu::7da92d7d-ac62-4815-a8b0-4a5797ff23e1" providerId="AD" clId="Web-{A84FF3E1-4ECB-784C-F817-2F144B552926}" dt="2026-05-05T16:26:48.409" v="39" actId="1076"/>
          <ac:spMkLst>
            <pc:docMk/>
            <pc:sldMk cId="403148472" sldId="262"/>
            <ac:spMk id="10" creationId="{649461CB-19E3-1D1E-FBF0-71140F449299}"/>
          </ac:spMkLst>
        </pc:spChg>
        <pc:spChg chg="mod">
          <ac:chgData name="BASUDEB KUNDU" userId="S::23-50856-1@student.aiub.edu::7da92d7d-ac62-4815-a8b0-4a5797ff23e1" providerId="AD" clId="Web-{A84FF3E1-4ECB-784C-F817-2F144B552926}" dt="2026-05-05T16:26:53.628" v="40" actId="1076"/>
          <ac:spMkLst>
            <pc:docMk/>
            <pc:sldMk cId="403148472" sldId="262"/>
            <ac:spMk id="12" creationId="{B1001E56-7FED-26DF-6638-3C9481D1468D}"/>
          </ac:spMkLst>
        </pc:spChg>
        <pc:picChg chg="mod">
          <ac:chgData name="BASUDEB KUNDU" userId="S::23-50856-1@student.aiub.edu::7da92d7d-ac62-4815-a8b0-4a5797ff23e1" providerId="AD" clId="Web-{A84FF3E1-4ECB-784C-F817-2F144B552926}" dt="2026-05-05T16:26:56.800" v="41" actId="1076"/>
          <ac:picMkLst>
            <pc:docMk/>
            <pc:sldMk cId="403148472" sldId="262"/>
            <ac:picMk id="11" creationId="{0A810F75-6D2B-A31B-E8A9-BAE38D735BB6}"/>
          </ac:picMkLst>
        </pc:picChg>
      </pc:sldChg>
      <pc:sldChg chg="modSp new ord">
        <pc:chgData name="BASUDEB KUNDU" userId="S::23-50856-1@student.aiub.edu::7da92d7d-ac62-4815-a8b0-4a5797ff23e1" providerId="AD" clId="Web-{A84FF3E1-4ECB-784C-F817-2F144B552926}" dt="2026-05-05T20:33:17.908" v="634" actId="20577"/>
        <pc:sldMkLst>
          <pc:docMk/>
          <pc:sldMk cId="1961245638" sldId="267"/>
        </pc:sldMkLst>
        <pc:spChg chg="mod">
          <ac:chgData name="BASUDEB KUNDU" userId="S::23-50856-1@student.aiub.edu::7da92d7d-ac62-4815-a8b0-4a5797ff23e1" providerId="AD" clId="Web-{A84FF3E1-4ECB-784C-F817-2F144B552926}" dt="2026-05-05T17:21:16.523" v="52" actId="20577"/>
          <ac:spMkLst>
            <pc:docMk/>
            <pc:sldMk cId="1961245638" sldId="267"/>
            <ac:spMk id="2" creationId="{5E1C72AA-887F-415C-D07F-22C2FD7E7C70}"/>
          </ac:spMkLst>
        </pc:spChg>
        <pc:spChg chg="mod">
          <ac:chgData name="BASUDEB KUNDU" userId="S::23-50856-1@student.aiub.edu::7da92d7d-ac62-4815-a8b0-4a5797ff23e1" providerId="AD" clId="Web-{A84FF3E1-4ECB-784C-F817-2F144B552926}" dt="2026-05-05T20:33:17.908" v="634" actId="20577"/>
          <ac:spMkLst>
            <pc:docMk/>
            <pc:sldMk cId="1961245638" sldId="267"/>
            <ac:spMk id="3" creationId="{698B10FD-E12D-4E02-C83A-8EB840B5BEF6}"/>
          </ac:spMkLst>
        </pc:spChg>
      </pc:sldChg>
      <pc:sldChg chg="addSp delSp modSp new del ord">
        <pc:chgData name="BASUDEB KUNDU" userId="S::23-50856-1@student.aiub.edu::7da92d7d-ac62-4815-a8b0-4a5797ff23e1" providerId="AD" clId="Web-{A84FF3E1-4ECB-784C-F817-2F144B552926}" dt="2026-05-05T20:35:34.193" v="657"/>
        <pc:sldMkLst>
          <pc:docMk/>
          <pc:sldMk cId="4011640235" sldId="268"/>
        </pc:sldMkLst>
        <pc:spChg chg="mod">
          <ac:chgData name="BASUDEB KUNDU" userId="S::23-50856-1@student.aiub.edu::7da92d7d-ac62-4815-a8b0-4a5797ff23e1" providerId="AD" clId="Web-{A84FF3E1-4ECB-784C-F817-2F144B552926}" dt="2026-05-05T17:26:57.664" v="259" actId="20577"/>
          <ac:spMkLst>
            <pc:docMk/>
            <pc:sldMk cId="4011640235" sldId="268"/>
            <ac:spMk id="2" creationId="{8AB325B4-CD2B-1F0C-9F70-E5C5D70E3BB1}"/>
          </ac:spMkLst>
        </pc:spChg>
        <pc:spChg chg="add del mod">
          <ac:chgData name="BASUDEB KUNDU" userId="S::23-50856-1@student.aiub.edu::7da92d7d-ac62-4815-a8b0-4a5797ff23e1" providerId="AD" clId="Web-{A84FF3E1-4ECB-784C-F817-2F144B552926}" dt="2026-05-05T20:35:05.755" v="656" actId="20577"/>
          <ac:spMkLst>
            <pc:docMk/>
            <pc:sldMk cId="4011640235" sldId="268"/>
            <ac:spMk id="3" creationId="{AC42094E-F221-C5E3-B283-236C53999AED}"/>
          </ac:spMkLst>
        </pc:spChg>
        <pc:spChg chg="add del mod">
          <ac:chgData name="BASUDEB KUNDU" userId="S::23-50856-1@student.aiub.edu::7da92d7d-ac62-4815-a8b0-4a5797ff23e1" providerId="AD" clId="Web-{A84FF3E1-4ECB-784C-F817-2F144B552926}" dt="2026-05-05T20:22:35.571" v="348"/>
          <ac:spMkLst>
            <pc:docMk/>
            <pc:sldMk cId="4011640235" sldId="268"/>
            <ac:spMk id="5" creationId="{13D99DEE-315B-AE11-8265-65303A9EA40E}"/>
          </ac:spMkLst>
        </pc:spChg>
      </pc:sldChg>
      <pc:sldChg chg="new del">
        <pc:chgData name="BASUDEB KUNDU" userId="S::23-50856-1@student.aiub.edu::7da92d7d-ac62-4815-a8b0-4a5797ff23e1" providerId="AD" clId="Web-{A84FF3E1-4ECB-784C-F817-2F144B552926}" dt="2026-05-05T17:26:21.896" v="227"/>
        <pc:sldMkLst>
          <pc:docMk/>
          <pc:sldMk cId="1581691816" sldId="269"/>
        </pc:sldMkLst>
      </pc:sldChg>
      <pc:sldChg chg="modSp">
        <pc:chgData name="BASUDEB KUNDU" userId="S::23-50856-1@student.aiub.edu::7da92d7d-ac62-4815-a8b0-4a5797ff23e1" providerId="AD" clId="Web-{A84FF3E1-4ECB-784C-F817-2F144B552926}" dt="2026-05-05T20:53:37.315" v="819" actId="20577"/>
        <pc:sldMkLst>
          <pc:docMk/>
          <pc:sldMk cId="2564208647" sldId="269"/>
        </pc:sldMkLst>
        <pc:spChg chg="mod">
          <ac:chgData name="BASUDEB KUNDU" userId="S::23-50856-1@student.aiub.edu::7da92d7d-ac62-4815-a8b0-4a5797ff23e1" providerId="AD" clId="Web-{A84FF3E1-4ECB-784C-F817-2F144B552926}" dt="2026-05-05T20:53:37.315" v="819" actId="20577"/>
          <ac:spMkLst>
            <pc:docMk/>
            <pc:sldMk cId="2564208647" sldId="269"/>
            <ac:spMk id="3" creationId="{2966323E-05C0-D880-23D7-C52C66C6FD0E}"/>
          </ac:spMkLst>
        </pc:spChg>
      </pc:sldChg>
      <pc:sldChg chg="addSp modSp new">
        <pc:chgData name="BASUDEB KUNDU" userId="S::23-50856-1@student.aiub.edu::7da92d7d-ac62-4815-a8b0-4a5797ff23e1" providerId="AD" clId="Web-{A84FF3E1-4ECB-784C-F817-2F144B552926}" dt="2026-05-05T20:50:59.140" v="810" actId="20577"/>
        <pc:sldMkLst>
          <pc:docMk/>
          <pc:sldMk cId="557171580" sldId="273"/>
        </pc:sldMkLst>
        <pc:spChg chg="mod">
          <ac:chgData name="BASUDEB KUNDU" userId="S::23-50856-1@student.aiub.edu::7da92d7d-ac62-4815-a8b0-4a5797ff23e1" providerId="AD" clId="Web-{A84FF3E1-4ECB-784C-F817-2F144B552926}" dt="2026-05-05T20:49:48.481" v="801" actId="20577"/>
          <ac:spMkLst>
            <pc:docMk/>
            <pc:sldMk cId="557171580" sldId="273"/>
            <ac:spMk id="2" creationId="{3CF074DC-5248-AEC9-ABF1-4BDBBCF5C1AA}"/>
          </ac:spMkLst>
        </pc:spChg>
        <pc:spChg chg="add mod">
          <ac:chgData name="BASUDEB KUNDU" userId="S::23-50856-1@student.aiub.edu::7da92d7d-ac62-4815-a8b0-4a5797ff23e1" providerId="AD" clId="Web-{A84FF3E1-4ECB-784C-F817-2F144B552926}" dt="2026-05-05T20:50:59.140" v="810" actId="20577"/>
          <ac:spMkLst>
            <pc:docMk/>
            <pc:sldMk cId="557171580" sldId="273"/>
            <ac:spMk id="3" creationId="{B952FA60-2A57-6333-BA85-E075878FB2B3}"/>
          </ac:spMkLst>
        </pc:spChg>
        <pc:spChg chg="add mod">
          <ac:chgData name="BASUDEB KUNDU" userId="S::23-50856-1@student.aiub.edu::7da92d7d-ac62-4815-a8b0-4a5797ff23e1" providerId="AD" clId="Web-{A84FF3E1-4ECB-784C-F817-2F144B552926}" dt="2026-05-05T20:50:01.544" v="803" actId="14100"/>
          <ac:spMkLst>
            <pc:docMk/>
            <pc:sldMk cId="557171580" sldId="273"/>
            <ac:spMk id="5" creationId="{603AE52A-AB83-4FFA-A789-D7D0BAA398B9}"/>
          </ac:spMkLst>
        </pc:spChg>
      </pc:sldChg>
    </pc:docChg>
  </pc:docChgLst>
  <pc:docChgLst>
    <pc:chgData name="ISHRAT JAHAN PROME" userId="S::22-49015-3@student.aiub.edu::aeb0bbed-18cf-4545-8cac-cf434404892b" providerId="AD" clId="Web-{C3359E48-02A0-A79A-17A1-F04CA203113A}"/>
    <pc:docChg chg="modSld">
      <pc:chgData name="ISHRAT JAHAN PROME" userId="S::22-49015-3@student.aiub.edu::aeb0bbed-18cf-4545-8cac-cf434404892b" providerId="AD" clId="Web-{C3359E48-02A0-A79A-17A1-F04CA203113A}" dt="2026-05-05T16:24:36.231" v="0" actId="14100"/>
      <pc:docMkLst>
        <pc:docMk/>
      </pc:docMkLst>
      <pc:sldChg chg="modSp">
        <pc:chgData name="ISHRAT JAHAN PROME" userId="S::22-49015-3@student.aiub.edu::aeb0bbed-18cf-4545-8cac-cf434404892b" providerId="AD" clId="Web-{C3359E48-02A0-A79A-17A1-F04CA203113A}" dt="2026-05-05T16:24:36.231" v="0" actId="14100"/>
        <pc:sldMkLst>
          <pc:docMk/>
          <pc:sldMk cId="3337473174" sldId="259"/>
        </pc:sldMkLst>
        <pc:spChg chg="mod">
          <ac:chgData name="ISHRAT JAHAN PROME" userId="S::22-49015-3@student.aiub.edu::aeb0bbed-18cf-4545-8cac-cf434404892b" providerId="AD" clId="Web-{C3359E48-02A0-A79A-17A1-F04CA203113A}" dt="2026-05-05T16:24:36.231" v="0" actId="14100"/>
          <ac:spMkLst>
            <pc:docMk/>
            <pc:sldMk cId="3337473174" sldId="259"/>
            <ac:spMk id="10" creationId="{461B4E49-41CF-DA7C-9100-7677031F3BE9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62" b="0" i="0" u="none" strike="noStrike" baseline="0"/>
              <a:t>Do you think there is a gap between academic learning and job market requirements?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588-4CEE-8A1E-7F948AF1010F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6588-4CEE-8A1E-7F948AF1010F}"/>
              </c:ext>
            </c:extLst>
          </c:dPt>
          <c:dLbls>
            <c:dLbl>
              <c:idx val="0"/>
              <c:layout>
                <c:manualLayout>
                  <c:x val="-6.1594202898550728E-2"/>
                  <c:y val="-0.2407691611177987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2400" b="0" i="0" u="none" strike="noStrike" kern="1200" baseline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7431E806-FFC1-45B3-BC99-3AC935152642}" type="VALUE">
                      <a:rPr lang="en-US" sz="2400" dirty="0"/>
                      <a:pPr>
                        <a:defRPr sz="2400">
                          <a:solidFill>
                            <a:schemeClr val="bg1"/>
                          </a:solidFill>
                        </a:defRPr>
                      </a:pPr>
                      <a:t>[VALUE]</a:t>
                    </a:fld>
                    <a:endParaRPr lang="en-SG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24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7.3369565217391311E-2"/>
                      <c:h val="0.15760669476836781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6588-4CEE-8A1E-7F948AF1010F}"/>
                </c:ext>
              </c:extLst>
            </c:dLbl>
            <c:dLbl>
              <c:idx val="1"/>
              <c:layout>
                <c:manualLayout>
                  <c:x val="5.3597411114231448E-2"/>
                  <c:y val="0.1841539798756258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2400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4369B6E1-EEF1-4816-B609-F5C1EE946233}" type="VALUE">
                      <a:rPr lang="en-US" sz="2400">
                        <a:solidFill>
                          <a:schemeClr val="bg1"/>
                        </a:solidFill>
                      </a:rPr>
                      <a:pPr>
                        <a:defRPr sz="2400"/>
                      </a:pPr>
                      <a:t>[VALUE]</a:t>
                    </a:fld>
                    <a:endParaRPr lang="en-SG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24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141304347826086"/>
                      <c:h val="0.17438888911870326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6588-4CEE-8A1E-7F948AF1010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Yes</c:v>
                </c:pt>
                <c:pt idx="1">
                  <c:v>No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48</c:v>
                </c:pt>
                <c:pt idx="1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588-4CEE-8A1E-7F948AF101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ayout>
        <c:manualLayout>
          <c:xMode val="edge"/>
          <c:yMode val="edge"/>
          <c:x val="0.34427750855494976"/>
          <c:y val="0.83509738556777291"/>
          <c:w val="0.30516381116036706"/>
          <c:h val="0.1589605312205119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62" b="0" i="0" u="none" strike="noStrike" baseline="0"/>
              <a:t>How much practical or hands-on learning was included in your curriculum?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6A7-4A1D-AE0B-E4E20611609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6A7-4A1D-AE0B-E4E20611609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6A7-4A1D-AE0B-E4E20611609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C6A7-4A1D-AE0B-E4E20611609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Moderate</c:v>
                </c:pt>
                <c:pt idx="1">
                  <c:v>High</c:v>
                </c:pt>
                <c:pt idx="2">
                  <c:v>Low</c:v>
                </c:pt>
                <c:pt idx="3">
                  <c:v>None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11</c:v>
                </c:pt>
                <c:pt idx="2">
                  <c:v>8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E1-4196-BAFD-2FEB2BA7BA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000" b="0" i="0" u="none" strike="noStrike" baseline="0"/>
              <a:t>Which skills were most lacking in your academic training?</a:t>
            </a:r>
            <a:endParaRPr lang="en-US" sz="20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Digital skills/data literacy</c:v>
                </c:pt>
                <c:pt idx="1">
                  <c:v>Teamwork &amp; collaboration</c:v>
                </c:pt>
                <c:pt idx="2">
                  <c:v>Problem-solving &amp; critical thinking</c:v>
                </c:pt>
                <c:pt idx="3">
                  <c:v>Communication skills</c:v>
                </c:pt>
                <c:pt idx="4">
                  <c:v>Technical skills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</c:v>
                </c:pt>
                <c:pt idx="1">
                  <c:v>11</c:v>
                </c:pt>
                <c:pt idx="2">
                  <c:v>11</c:v>
                </c:pt>
                <c:pt idx="3">
                  <c:v>17</c:v>
                </c:pt>
                <c:pt idx="4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B9D-4AD3-9BB0-1C6F46E63D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650122767"/>
        <c:axId val="1650124687"/>
      </c:barChart>
      <c:catAx>
        <c:axId val="165012276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50124687"/>
        <c:crosses val="autoZero"/>
        <c:auto val="1"/>
        <c:lblAlgn val="ctr"/>
        <c:lblOffset val="100"/>
        <c:noMultiLvlLbl val="0"/>
      </c:catAx>
      <c:valAx>
        <c:axId val="165012468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5012276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62" b="0" i="0" u="none" strike="noStrike" baseline="0"/>
              <a:t>What do you think universities should do to better prepare students for jobs?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More internships</c:v>
                </c:pt>
                <c:pt idx="1">
                  <c:v>More practical classes</c:v>
                </c:pt>
                <c:pt idx="2">
                  <c:v>Industry collaboration</c:v>
                </c:pt>
                <c:pt idx="3">
                  <c:v>Better teaching methods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</c:v>
                </c:pt>
                <c:pt idx="1">
                  <c:v>16</c:v>
                </c:pt>
                <c:pt idx="2">
                  <c:v>10</c:v>
                </c:pt>
                <c:pt idx="3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0CE-4AAB-8CB1-C078649F89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84511824"/>
        <c:axId val="1384509904"/>
      </c:barChart>
      <c:catAx>
        <c:axId val="13845118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84509904"/>
        <c:crosses val="autoZero"/>
        <c:auto val="1"/>
        <c:lblAlgn val="ctr"/>
        <c:lblOffset val="100"/>
        <c:noMultiLvlLbl val="0"/>
      </c:catAx>
      <c:valAx>
        <c:axId val="13845099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845118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acrossLinear" id="2">
  <a:schemeClr val="accent1"/>
  <a:schemeClr val="accent2"/>
  <a:schemeClr val="accent3"/>
  <a:schemeClr val="accent4"/>
  <a:schemeClr val="accent5"/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BB71742-DF66-42AE-8AED-86E817AF25F2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EE89AC0-BBD2-4553-AB49-A5CC179414A8}">
      <dgm:prSet custT="1"/>
      <dgm:spPr/>
      <dgm:t>
        <a:bodyPr/>
        <a:lstStyle/>
        <a:p>
          <a:r>
            <a:rPr lang="en-US" sz="2300"/>
            <a:t>Introduction</a:t>
          </a:r>
        </a:p>
      </dgm:t>
    </dgm:pt>
    <dgm:pt modelId="{9C42358E-D08C-4149-8F2E-3BD58448C9A9}" type="parTrans" cxnId="{9DC0A068-3FBA-427D-8838-81182C603DF1}">
      <dgm:prSet/>
      <dgm:spPr/>
      <dgm:t>
        <a:bodyPr/>
        <a:lstStyle/>
        <a:p>
          <a:endParaRPr lang="en-US" sz="2300"/>
        </a:p>
      </dgm:t>
    </dgm:pt>
    <dgm:pt modelId="{9C7B213B-117E-4AD7-B317-C9E9130FF33E}" type="sibTrans" cxnId="{9DC0A068-3FBA-427D-8838-81182C603DF1}">
      <dgm:prSet/>
      <dgm:spPr/>
      <dgm:t>
        <a:bodyPr/>
        <a:lstStyle/>
        <a:p>
          <a:endParaRPr lang="en-US" sz="2300"/>
        </a:p>
      </dgm:t>
    </dgm:pt>
    <dgm:pt modelId="{0F9EA107-2036-4AA6-A781-1F2230857E67}">
      <dgm:prSet custT="1"/>
      <dgm:spPr/>
      <dgm:t>
        <a:bodyPr/>
        <a:lstStyle/>
        <a:p>
          <a:r>
            <a:rPr lang="en-US" sz="2300"/>
            <a:t>Problem Statement</a:t>
          </a:r>
        </a:p>
      </dgm:t>
    </dgm:pt>
    <dgm:pt modelId="{5151B797-6CF3-4CFA-8AD3-E0D5BFF58998}" type="parTrans" cxnId="{4D8B8AC6-494C-4C31-91DC-526094A2AA61}">
      <dgm:prSet/>
      <dgm:spPr/>
      <dgm:t>
        <a:bodyPr/>
        <a:lstStyle/>
        <a:p>
          <a:endParaRPr lang="en-US" sz="2300"/>
        </a:p>
      </dgm:t>
    </dgm:pt>
    <dgm:pt modelId="{F5A86A51-04F4-44E5-8670-807EC4E23DA5}" type="sibTrans" cxnId="{4D8B8AC6-494C-4C31-91DC-526094A2AA61}">
      <dgm:prSet/>
      <dgm:spPr/>
      <dgm:t>
        <a:bodyPr/>
        <a:lstStyle/>
        <a:p>
          <a:endParaRPr lang="en-US" sz="2300"/>
        </a:p>
      </dgm:t>
    </dgm:pt>
    <dgm:pt modelId="{E7E33FB4-3EB2-4D95-8497-017E1904BAD6}">
      <dgm:prSet custT="1"/>
      <dgm:spPr/>
      <dgm:t>
        <a:bodyPr/>
        <a:lstStyle/>
        <a:p>
          <a:r>
            <a:rPr lang="en-US" sz="2300"/>
            <a:t>Objectives</a:t>
          </a:r>
        </a:p>
      </dgm:t>
    </dgm:pt>
    <dgm:pt modelId="{BBB02BAF-A30B-42B6-ACE4-A5190A8329E4}" type="parTrans" cxnId="{C88A1102-ECDA-4C48-8422-9560424D88F0}">
      <dgm:prSet/>
      <dgm:spPr/>
      <dgm:t>
        <a:bodyPr/>
        <a:lstStyle/>
        <a:p>
          <a:endParaRPr lang="en-US" sz="2300"/>
        </a:p>
      </dgm:t>
    </dgm:pt>
    <dgm:pt modelId="{24F0E08D-2E56-4347-86BD-72BF2E792882}" type="sibTrans" cxnId="{C88A1102-ECDA-4C48-8422-9560424D88F0}">
      <dgm:prSet/>
      <dgm:spPr/>
      <dgm:t>
        <a:bodyPr/>
        <a:lstStyle/>
        <a:p>
          <a:endParaRPr lang="en-US" sz="2300"/>
        </a:p>
      </dgm:t>
    </dgm:pt>
    <dgm:pt modelId="{C89AEBC5-7522-4F57-93BD-D1ECDC862A73}">
      <dgm:prSet custT="1"/>
      <dgm:spPr/>
      <dgm:t>
        <a:bodyPr/>
        <a:lstStyle/>
        <a:p>
          <a:r>
            <a:rPr lang="en-US" sz="2300"/>
            <a:t>Methodology</a:t>
          </a:r>
        </a:p>
      </dgm:t>
    </dgm:pt>
    <dgm:pt modelId="{86049697-F1B5-4B34-9F72-1803E7430B3E}" type="parTrans" cxnId="{DB8ED9D9-39CA-4843-9EFB-04A65D241304}">
      <dgm:prSet/>
      <dgm:spPr/>
      <dgm:t>
        <a:bodyPr/>
        <a:lstStyle/>
        <a:p>
          <a:endParaRPr lang="en-US" sz="2300"/>
        </a:p>
      </dgm:t>
    </dgm:pt>
    <dgm:pt modelId="{74203D3E-0354-435F-A645-BE7277327763}" type="sibTrans" cxnId="{DB8ED9D9-39CA-4843-9EFB-04A65D241304}">
      <dgm:prSet/>
      <dgm:spPr/>
      <dgm:t>
        <a:bodyPr/>
        <a:lstStyle/>
        <a:p>
          <a:endParaRPr lang="en-US" sz="2300"/>
        </a:p>
      </dgm:t>
    </dgm:pt>
    <dgm:pt modelId="{6A7301F3-8B40-4610-8839-04776DE273A9}">
      <dgm:prSet custT="1"/>
      <dgm:spPr/>
      <dgm:t>
        <a:bodyPr/>
        <a:lstStyle/>
        <a:p>
          <a:r>
            <a:rPr lang="en-US" sz="2300"/>
            <a:t>Results &amp; Analysis</a:t>
          </a:r>
        </a:p>
      </dgm:t>
    </dgm:pt>
    <dgm:pt modelId="{D222B204-EB66-4BC7-B2E0-CBD1069CABD9}" type="parTrans" cxnId="{EB323802-8173-4482-83FF-5EDB9C4989ED}">
      <dgm:prSet/>
      <dgm:spPr/>
      <dgm:t>
        <a:bodyPr/>
        <a:lstStyle/>
        <a:p>
          <a:endParaRPr lang="en-US" sz="2300"/>
        </a:p>
      </dgm:t>
    </dgm:pt>
    <dgm:pt modelId="{9582B27C-EC42-415E-93C2-F67DBB654F1E}" type="sibTrans" cxnId="{EB323802-8173-4482-83FF-5EDB9C4989ED}">
      <dgm:prSet/>
      <dgm:spPr/>
      <dgm:t>
        <a:bodyPr/>
        <a:lstStyle/>
        <a:p>
          <a:endParaRPr lang="en-US" sz="2300"/>
        </a:p>
      </dgm:t>
    </dgm:pt>
    <dgm:pt modelId="{7D20467D-F317-457D-B647-78A72F2C4A7B}">
      <dgm:prSet custT="1"/>
      <dgm:spPr/>
      <dgm:t>
        <a:bodyPr/>
        <a:lstStyle/>
        <a:p>
          <a:r>
            <a:rPr lang="en-US" sz="2300"/>
            <a:t>Discussion &amp; Recommendations</a:t>
          </a:r>
        </a:p>
      </dgm:t>
    </dgm:pt>
    <dgm:pt modelId="{680F1335-95CF-41D6-9CD9-43425096EA7D}" type="parTrans" cxnId="{4E11FA22-48DA-4479-BA1B-71F3AE0618BB}">
      <dgm:prSet/>
      <dgm:spPr/>
      <dgm:t>
        <a:bodyPr/>
        <a:lstStyle/>
        <a:p>
          <a:endParaRPr lang="en-US" sz="2300"/>
        </a:p>
      </dgm:t>
    </dgm:pt>
    <dgm:pt modelId="{E50BFF1A-46C5-4901-A724-0C6A181AC5DA}" type="sibTrans" cxnId="{4E11FA22-48DA-4479-BA1B-71F3AE0618BB}">
      <dgm:prSet/>
      <dgm:spPr/>
      <dgm:t>
        <a:bodyPr/>
        <a:lstStyle/>
        <a:p>
          <a:endParaRPr lang="en-US" sz="2300"/>
        </a:p>
      </dgm:t>
    </dgm:pt>
    <dgm:pt modelId="{E6A930E6-B550-4D58-ACD9-24CB988C1A9C}">
      <dgm:prSet custT="1"/>
      <dgm:spPr/>
      <dgm:t>
        <a:bodyPr/>
        <a:lstStyle/>
        <a:p>
          <a:r>
            <a:rPr lang="en-US" sz="2300"/>
            <a:t>Limitations &amp; Future Work</a:t>
          </a:r>
        </a:p>
      </dgm:t>
    </dgm:pt>
    <dgm:pt modelId="{2102A914-7F74-44C3-9CBA-7A93C2A24CF6}" type="parTrans" cxnId="{1686F09F-CEDB-432F-AEFC-C2879CDDB272}">
      <dgm:prSet/>
      <dgm:spPr/>
      <dgm:t>
        <a:bodyPr/>
        <a:lstStyle/>
        <a:p>
          <a:endParaRPr lang="en-US" sz="2300"/>
        </a:p>
      </dgm:t>
    </dgm:pt>
    <dgm:pt modelId="{089CA463-C8F2-452D-B0EF-D14B39DE0AE5}" type="sibTrans" cxnId="{1686F09F-CEDB-432F-AEFC-C2879CDDB272}">
      <dgm:prSet/>
      <dgm:spPr/>
      <dgm:t>
        <a:bodyPr/>
        <a:lstStyle/>
        <a:p>
          <a:endParaRPr lang="en-US" sz="2300"/>
        </a:p>
      </dgm:t>
    </dgm:pt>
    <dgm:pt modelId="{774F051E-93E8-4952-A504-8CF387CC4CEB}">
      <dgm:prSet custT="1"/>
      <dgm:spPr/>
      <dgm:t>
        <a:bodyPr/>
        <a:lstStyle/>
        <a:p>
          <a:r>
            <a:rPr lang="en-US" sz="2300"/>
            <a:t>Conclusion</a:t>
          </a:r>
        </a:p>
      </dgm:t>
    </dgm:pt>
    <dgm:pt modelId="{2BDC6354-608F-4910-BDEA-FA5AF6FE3AA5}" type="parTrans" cxnId="{A29D2D86-0164-4F1C-B5B8-4D8046CA53E6}">
      <dgm:prSet/>
      <dgm:spPr/>
      <dgm:t>
        <a:bodyPr/>
        <a:lstStyle/>
        <a:p>
          <a:endParaRPr lang="en-US" sz="2300"/>
        </a:p>
      </dgm:t>
    </dgm:pt>
    <dgm:pt modelId="{4FA28DCE-53DA-49DB-B492-17A21245B77B}" type="sibTrans" cxnId="{A29D2D86-0164-4F1C-B5B8-4D8046CA53E6}">
      <dgm:prSet/>
      <dgm:spPr/>
      <dgm:t>
        <a:bodyPr/>
        <a:lstStyle/>
        <a:p>
          <a:endParaRPr lang="en-US" sz="2300"/>
        </a:p>
      </dgm:t>
    </dgm:pt>
    <dgm:pt modelId="{FD7077BC-3F16-44E6-88CE-640EDB95B79D}" type="pres">
      <dgm:prSet presAssocID="{6BB71742-DF66-42AE-8AED-86E817AF25F2}" presName="vert0" presStyleCnt="0">
        <dgm:presLayoutVars>
          <dgm:dir/>
          <dgm:animOne val="branch"/>
          <dgm:animLvl val="lvl"/>
        </dgm:presLayoutVars>
      </dgm:prSet>
      <dgm:spPr/>
    </dgm:pt>
    <dgm:pt modelId="{0EB31277-828F-41A8-99E2-C8EF8A70B81A}" type="pres">
      <dgm:prSet presAssocID="{4EE89AC0-BBD2-4553-AB49-A5CC179414A8}" presName="thickLine" presStyleLbl="alignNode1" presStyleIdx="0" presStyleCnt="8"/>
      <dgm:spPr/>
    </dgm:pt>
    <dgm:pt modelId="{5CAAAC51-0549-4CAE-8BBE-09CFFBCC8C01}" type="pres">
      <dgm:prSet presAssocID="{4EE89AC0-BBD2-4553-AB49-A5CC179414A8}" presName="horz1" presStyleCnt="0"/>
      <dgm:spPr/>
    </dgm:pt>
    <dgm:pt modelId="{93B43279-323A-478D-82A7-33B8149B7DB2}" type="pres">
      <dgm:prSet presAssocID="{4EE89AC0-BBD2-4553-AB49-A5CC179414A8}" presName="tx1" presStyleLbl="revTx" presStyleIdx="0" presStyleCnt="8"/>
      <dgm:spPr/>
    </dgm:pt>
    <dgm:pt modelId="{183B2933-7380-4CDD-ACFA-E9D97A2ACE1C}" type="pres">
      <dgm:prSet presAssocID="{4EE89AC0-BBD2-4553-AB49-A5CC179414A8}" presName="vert1" presStyleCnt="0"/>
      <dgm:spPr/>
    </dgm:pt>
    <dgm:pt modelId="{21DC5F91-6E8C-4DC1-AB48-31E5DC6482D9}" type="pres">
      <dgm:prSet presAssocID="{0F9EA107-2036-4AA6-A781-1F2230857E67}" presName="thickLine" presStyleLbl="alignNode1" presStyleIdx="1" presStyleCnt="8"/>
      <dgm:spPr/>
    </dgm:pt>
    <dgm:pt modelId="{A3000DC2-34D2-4255-9E55-42148DCEA009}" type="pres">
      <dgm:prSet presAssocID="{0F9EA107-2036-4AA6-A781-1F2230857E67}" presName="horz1" presStyleCnt="0"/>
      <dgm:spPr/>
    </dgm:pt>
    <dgm:pt modelId="{A7208D48-937C-4054-B126-36388ED2EC2A}" type="pres">
      <dgm:prSet presAssocID="{0F9EA107-2036-4AA6-A781-1F2230857E67}" presName="tx1" presStyleLbl="revTx" presStyleIdx="1" presStyleCnt="8"/>
      <dgm:spPr/>
    </dgm:pt>
    <dgm:pt modelId="{CA9D6E1B-9435-4419-8ECA-85E45AE5AB99}" type="pres">
      <dgm:prSet presAssocID="{0F9EA107-2036-4AA6-A781-1F2230857E67}" presName="vert1" presStyleCnt="0"/>
      <dgm:spPr/>
    </dgm:pt>
    <dgm:pt modelId="{11E42974-EFD1-4604-9F08-0D274F209DF3}" type="pres">
      <dgm:prSet presAssocID="{E7E33FB4-3EB2-4D95-8497-017E1904BAD6}" presName="thickLine" presStyleLbl="alignNode1" presStyleIdx="2" presStyleCnt="8"/>
      <dgm:spPr/>
    </dgm:pt>
    <dgm:pt modelId="{4E9147BF-6343-4BA8-B932-4696AB632601}" type="pres">
      <dgm:prSet presAssocID="{E7E33FB4-3EB2-4D95-8497-017E1904BAD6}" presName="horz1" presStyleCnt="0"/>
      <dgm:spPr/>
    </dgm:pt>
    <dgm:pt modelId="{2F2DF5EF-9DFD-4826-BA02-EB79F47274B5}" type="pres">
      <dgm:prSet presAssocID="{E7E33FB4-3EB2-4D95-8497-017E1904BAD6}" presName="tx1" presStyleLbl="revTx" presStyleIdx="2" presStyleCnt="8"/>
      <dgm:spPr/>
    </dgm:pt>
    <dgm:pt modelId="{E20BF224-B8AD-4901-A251-6D91225E8E76}" type="pres">
      <dgm:prSet presAssocID="{E7E33FB4-3EB2-4D95-8497-017E1904BAD6}" presName="vert1" presStyleCnt="0"/>
      <dgm:spPr/>
    </dgm:pt>
    <dgm:pt modelId="{30130A27-E724-408A-9EF6-B170BF9D1B8F}" type="pres">
      <dgm:prSet presAssocID="{C89AEBC5-7522-4F57-93BD-D1ECDC862A73}" presName="thickLine" presStyleLbl="alignNode1" presStyleIdx="3" presStyleCnt="8"/>
      <dgm:spPr/>
    </dgm:pt>
    <dgm:pt modelId="{7F105414-35DB-43A4-8876-E6DF3BBA6886}" type="pres">
      <dgm:prSet presAssocID="{C89AEBC5-7522-4F57-93BD-D1ECDC862A73}" presName="horz1" presStyleCnt="0"/>
      <dgm:spPr/>
    </dgm:pt>
    <dgm:pt modelId="{F0B49BB9-5A68-4DE2-BE8A-D2E6EBD0C281}" type="pres">
      <dgm:prSet presAssocID="{C89AEBC5-7522-4F57-93BD-D1ECDC862A73}" presName="tx1" presStyleLbl="revTx" presStyleIdx="3" presStyleCnt="8"/>
      <dgm:spPr/>
    </dgm:pt>
    <dgm:pt modelId="{80DCAD84-22E7-42BA-8A04-0EE9A63B42AC}" type="pres">
      <dgm:prSet presAssocID="{C89AEBC5-7522-4F57-93BD-D1ECDC862A73}" presName="vert1" presStyleCnt="0"/>
      <dgm:spPr/>
    </dgm:pt>
    <dgm:pt modelId="{892A4B26-7CD3-440D-A285-4B4DFEDA8B00}" type="pres">
      <dgm:prSet presAssocID="{6A7301F3-8B40-4610-8839-04776DE273A9}" presName="thickLine" presStyleLbl="alignNode1" presStyleIdx="4" presStyleCnt="8"/>
      <dgm:spPr/>
    </dgm:pt>
    <dgm:pt modelId="{2EEA1DFB-44AA-4CD9-B471-B325DBAE60FA}" type="pres">
      <dgm:prSet presAssocID="{6A7301F3-8B40-4610-8839-04776DE273A9}" presName="horz1" presStyleCnt="0"/>
      <dgm:spPr/>
    </dgm:pt>
    <dgm:pt modelId="{34C43D77-CB4B-484D-A6A6-6B760883476F}" type="pres">
      <dgm:prSet presAssocID="{6A7301F3-8B40-4610-8839-04776DE273A9}" presName="tx1" presStyleLbl="revTx" presStyleIdx="4" presStyleCnt="8"/>
      <dgm:spPr/>
    </dgm:pt>
    <dgm:pt modelId="{1EB781FD-E1AE-4803-AEB5-E1E70623DC94}" type="pres">
      <dgm:prSet presAssocID="{6A7301F3-8B40-4610-8839-04776DE273A9}" presName="vert1" presStyleCnt="0"/>
      <dgm:spPr/>
    </dgm:pt>
    <dgm:pt modelId="{47869158-952E-4119-8487-2D76EB660DAB}" type="pres">
      <dgm:prSet presAssocID="{7D20467D-F317-457D-B647-78A72F2C4A7B}" presName="thickLine" presStyleLbl="alignNode1" presStyleIdx="5" presStyleCnt="8"/>
      <dgm:spPr/>
    </dgm:pt>
    <dgm:pt modelId="{6E4CDEDD-F5EB-472D-A521-24926A70C168}" type="pres">
      <dgm:prSet presAssocID="{7D20467D-F317-457D-B647-78A72F2C4A7B}" presName="horz1" presStyleCnt="0"/>
      <dgm:spPr/>
    </dgm:pt>
    <dgm:pt modelId="{50DFF993-7AFF-4DAB-B0CB-7F789DEC34B8}" type="pres">
      <dgm:prSet presAssocID="{7D20467D-F317-457D-B647-78A72F2C4A7B}" presName="tx1" presStyleLbl="revTx" presStyleIdx="5" presStyleCnt="8"/>
      <dgm:spPr/>
    </dgm:pt>
    <dgm:pt modelId="{4EE0F241-0107-4C5D-AB9C-9491FA4AA4D9}" type="pres">
      <dgm:prSet presAssocID="{7D20467D-F317-457D-B647-78A72F2C4A7B}" presName="vert1" presStyleCnt="0"/>
      <dgm:spPr/>
    </dgm:pt>
    <dgm:pt modelId="{606BFCB4-023E-4ED8-B3C9-F1D0EBA65EDB}" type="pres">
      <dgm:prSet presAssocID="{E6A930E6-B550-4D58-ACD9-24CB988C1A9C}" presName="thickLine" presStyleLbl="alignNode1" presStyleIdx="6" presStyleCnt="8"/>
      <dgm:spPr/>
    </dgm:pt>
    <dgm:pt modelId="{9C36FF35-FBF5-499C-9F18-C205B15DAD2A}" type="pres">
      <dgm:prSet presAssocID="{E6A930E6-B550-4D58-ACD9-24CB988C1A9C}" presName="horz1" presStyleCnt="0"/>
      <dgm:spPr/>
    </dgm:pt>
    <dgm:pt modelId="{BBB66C74-3676-4363-A1D2-4E3B417D5DA6}" type="pres">
      <dgm:prSet presAssocID="{E6A930E6-B550-4D58-ACD9-24CB988C1A9C}" presName="tx1" presStyleLbl="revTx" presStyleIdx="6" presStyleCnt="8"/>
      <dgm:spPr/>
    </dgm:pt>
    <dgm:pt modelId="{C42EA4F1-09C5-4FB7-8967-6C63FD9C76E3}" type="pres">
      <dgm:prSet presAssocID="{E6A930E6-B550-4D58-ACD9-24CB988C1A9C}" presName="vert1" presStyleCnt="0"/>
      <dgm:spPr/>
    </dgm:pt>
    <dgm:pt modelId="{1FD68B40-90B6-4D25-8AE8-25A291AC2805}" type="pres">
      <dgm:prSet presAssocID="{774F051E-93E8-4952-A504-8CF387CC4CEB}" presName="thickLine" presStyleLbl="alignNode1" presStyleIdx="7" presStyleCnt="8"/>
      <dgm:spPr/>
    </dgm:pt>
    <dgm:pt modelId="{250AE386-43B5-48A1-97FD-7464CDEAC0A6}" type="pres">
      <dgm:prSet presAssocID="{774F051E-93E8-4952-A504-8CF387CC4CEB}" presName="horz1" presStyleCnt="0"/>
      <dgm:spPr/>
    </dgm:pt>
    <dgm:pt modelId="{A2BCE078-6A8F-4C3C-8573-3D49929D0D1E}" type="pres">
      <dgm:prSet presAssocID="{774F051E-93E8-4952-A504-8CF387CC4CEB}" presName="tx1" presStyleLbl="revTx" presStyleIdx="7" presStyleCnt="8"/>
      <dgm:spPr/>
    </dgm:pt>
    <dgm:pt modelId="{A3B9B20C-CED1-4949-94D3-11B078BCB5D1}" type="pres">
      <dgm:prSet presAssocID="{774F051E-93E8-4952-A504-8CF387CC4CEB}" presName="vert1" presStyleCnt="0"/>
      <dgm:spPr/>
    </dgm:pt>
  </dgm:ptLst>
  <dgm:cxnLst>
    <dgm:cxn modelId="{C88A1102-ECDA-4C48-8422-9560424D88F0}" srcId="{6BB71742-DF66-42AE-8AED-86E817AF25F2}" destId="{E7E33FB4-3EB2-4D95-8497-017E1904BAD6}" srcOrd="2" destOrd="0" parTransId="{BBB02BAF-A30B-42B6-ACE4-A5190A8329E4}" sibTransId="{24F0E08D-2E56-4347-86BD-72BF2E792882}"/>
    <dgm:cxn modelId="{EB323802-8173-4482-83FF-5EDB9C4989ED}" srcId="{6BB71742-DF66-42AE-8AED-86E817AF25F2}" destId="{6A7301F3-8B40-4610-8839-04776DE273A9}" srcOrd="4" destOrd="0" parTransId="{D222B204-EB66-4BC7-B2E0-CBD1069CABD9}" sibTransId="{9582B27C-EC42-415E-93C2-F67DBB654F1E}"/>
    <dgm:cxn modelId="{208C510E-8727-4E67-A2FF-1A1CE6CBFBEC}" type="presOf" srcId="{7D20467D-F317-457D-B647-78A72F2C4A7B}" destId="{50DFF993-7AFF-4DAB-B0CB-7F789DEC34B8}" srcOrd="0" destOrd="0" presId="urn:microsoft.com/office/officeart/2008/layout/LinedList"/>
    <dgm:cxn modelId="{4E11FA22-48DA-4479-BA1B-71F3AE0618BB}" srcId="{6BB71742-DF66-42AE-8AED-86E817AF25F2}" destId="{7D20467D-F317-457D-B647-78A72F2C4A7B}" srcOrd="5" destOrd="0" parTransId="{680F1335-95CF-41D6-9CD9-43425096EA7D}" sibTransId="{E50BFF1A-46C5-4901-A724-0C6A181AC5DA}"/>
    <dgm:cxn modelId="{099B9127-AC7A-4743-A5E5-2F6D7FD8ADFE}" type="presOf" srcId="{6A7301F3-8B40-4610-8839-04776DE273A9}" destId="{34C43D77-CB4B-484D-A6A6-6B760883476F}" srcOrd="0" destOrd="0" presId="urn:microsoft.com/office/officeart/2008/layout/LinedList"/>
    <dgm:cxn modelId="{5E85C32E-1BC5-45B5-B2E8-D9D1DD0C2F84}" type="presOf" srcId="{6BB71742-DF66-42AE-8AED-86E817AF25F2}" destId="{FD7077BC-3F16-44E6-88CE-640EDB95B79D}" srcOrd="0" destOrd="0" presId="urn:microsoft.com/office/officeart/2008/layout/LinedList"/>
    <dgm:cxn modelId="{74C6883B-3F40-4AAD-A602-D1161640BF45}" type="presOf" srcId="{774F051E-93E8-4952-A504-8CF387CC4CEB}" destId="{A2BCE078-6A8F-4C3C-8573-3D49929D0D1E}" srcOrd="0" destOrd="0" presId="urn:microsoft.com/office/officeart/2008/layout/LinedList"/>
    <dgm:cxn modelId="{1B91DD3B-A616-4EAA-92E3-3E3D52F8C1D2}" type="presOf" srcId="{C89AEBC5-7522-4F57-93BD-D1ECDC862A73}" destId="{F0B49BB9-5A68-4DE2-BE8A-D2E6EBD0C281}" srcOrd="0" destOrd="0" presId="urn:microsoft.com/office/officeart/2008/layout/LinedList"/>
    <dgm:cxn modelId="{CF9B5D46-42D7-4BF5-BE13-D9A38A6EA66D}" type="presOf" srcId="{0F9EA107-2036-4AA6-A781-1F2230857E67}" destId="{A7208D48-937C-4054-B126-36388ED2EC2A}" srcOrd="0" destOrd="0" presId="urn:microsoft.com/office/officeart/2008/layout/LinedList"/>
    <dgm:cxn modelId="{9DC0A068-3FBA-427D-8838-81182C603DF1}" srcId="{6BB71742-DF66-42AE-8AED-86E817AF25F2}" destId="{4EE89AC0-BBD2-4553-AB49-A5CC179414A8}" srcOrd="0" destOrd="0" parTransId="{9C42358E-D08C-4149-8F2E-3BD58448C9A9}" sibTransId="{9C7B213B-117E-4AD7-B317-C9E9130FF33E}"/>
    <dgm:cxn modelId="{BF7B076F-72BB-4CA6-8220-A52AFA56E569}" type="presOf" srcId="{E7E33FB4-3EB2-4D95-8497-017E1904BAD6}" destId="{2F2DF5EF-9DFD-4826-BA02-EB79F47274B5}" srcOrd="0" destOrd="0" presId="urn:microsoft.com/office/officeart/2008/layout/LinedList"/>
    <dgm:cxn modelId="{A29D2D86-0164-4F1C-B5B8-4D8046CA53E6}" srcId="{6BB71742-DF66-42AE-8AED-86E817AF25F2}" destId="{774F051E-93E8-4952-A504-8CF387CC4CEB}" srcOrd="7" destOrd="0" parTransId="{2BDC6354-608F-4910-BDEA-FA5AF6FE3AA5}" sibTransId="{4FA28DCE-53DA-49DB-B492-17A21245B77B}"/>
    <dgm:cxn modelId="{1686F09F-CEDB-432F-AEFC-C2879CDDB272}" srcId="{6BB71742-DF66-42AE-8AED-86E817AF25F2}" destId="{E6A930E6-B550-4D58-ACD9-24CB988C1A9C}" srcOrd="6" destOrd="0" parTransId="{2102A914-7F74-44C3-9CBA-7A93C2A24CF6}" sibTransId="{089CA463-C8F2-452D-B0EF-D14B39DE0AE5}"/>
    <dgm:cxn modelId="{0A1542BE-CA1E-40F3-AD81-B2C8E7736332}" type="presOf" srcId="{E6A930E6-B550-4D58-ACD9-24CB988C1A9C}" destId="{BBB66C74-3676-4363-A1D2-4E3B417D5DA6}" srcOrd="0" destOrd="0" presId="urn:microsoft.com/office/officeart/2008/layout/LinedList"/>
    <dgm:cxn modelId="{5B7E29C1-374D-496F-B1B0-B47AD28FE3FD}" type="presOf" srcId="{4EE89AC0-BBD2-4553-AB49-A5CC179414A8}" destId="{93B43279-323A-478D-82A7-33B8149B7DB2}" srcOrd="0" destOrd="0" presId="urn:microsoft.com/office/officeart/2008/layout/LinedList"/>
    <dgm:cxn modelId="{4D8B8AC6-494C-4C31-91DC-526094A2AA61}" srcId="{6BB71742-DF66-42AE-8AED-86E817AF25F2}" destId="{0F9EA107-2036-4AA6-A781-1F2230857E67}" srcOrd="1" destOrd="0" parTransId="{5151B797-6CF3-4CFA-8AD3-E0D5BFF58998}" sibTransId="{F5A86A51-04F4-44E5-8670-807EC4E23DA5}"/>
    <dgm:cxn modelId="{DB8ED9D9-39CA-4843-9EFB-04A65D241304}" srcId="{6BB71742-DF66-42AE-8AED-86E817AF25F2}" destId="{C89AEBC5-7522-4F57-93BD-D1ECDC862A73}" srcOrd="3" destOrd="0" parTransId="{86049697-F1B5-4B34-9F72-1803E7430B3E}" sibTransId="{74203D3E-0354-435F-A645-BE7277327763}"/>
    <dgm:cxn modelId="{29AFEFC0-8DD4-4526-AB61-2FF8C08A6DBE}" type="presParOf" srcId="{FD7077BC-3F16-44E6-88CE-640EDB95B79D}" destId="{0EB31277-828F-41A8-99E2-C8EF8A70B81A}" srcOrd="0" destOrd="0" presId="urn:microsoft.com/office/officeart/2008/layout/LinedList"/>
    <dgm:cxn modelId="{E86FD366-0FE2-4782-9490-C5C2EE99AE61}" type="presParOf" srcId="{FD7077BC-3F16-44E6-88CE-640EDB95B79D}" destId="{5CAAAC51-0549-4CAE-8BBE-09CFFBCC8C01}" srcOrd="1" destOrd="0" presId="urn:microsoft.com/office/officeart/2008/layout/LinedList"/>
    <dgm:cxn modelId="{8FCF77CF-AFD1-439A-B1EA-7358A5A40FD4}" type="presParOf" srcId="{5CAAAC51-0549-4CAE-8BBE-09CFFBCC8C01}" destId="{93B43279-323A-478D-82A7-33B8149B7DB2}" srcOrd="0" destOrd="0" presId="urn:microsoft.com/office/officeart/2008/layout/LinedList"/>
    <dgm:cxn modelId="{EE6F8A01-9F62-4C10-8EC7-BC595858394A}" type="presParOf" srcId="{5CAAAC51-0549-4CAE-8BBE-09CFFBCC8C01}" destId="{183B2933-7380-4CDD-ACFA-E9D97A2ACE1C}" srcOrd="1" destOrd="0" presId="urn:microsoft.com/office/officeart/2008/layout/LinedList"/>
    <dgm:cxn modelId="{9AA03062-FE32-4119-BD44-327DA987A3B1}" type="presParOf" srcId="{FD7077BC-3F16-44E6-88CE-640EDB95B79D}" destId="{21DC5F91-6E8C-4DC1-AB48-31E5DC6482D9}" srcOrd="2" destOrd="0" presId="urn:microsoft.com/office/officeart/2008/layout/LinedList"/>
    <dgm:cxn modelId="{0436AE20-049E-457E-A340-A583128E8DD6}" type="presParOf" srcId="{FD7077BC-3F16-44E6-88CE-640EDB95B79D}" destId="{A3000DC2-34D2-4255-9E55-42148DCEA009}" srcOrd="3" destOrd="0" presId="urn:microsoft.com/office/officeart/2008/layout/LinedList"/>
    <dgm:cxn modelId="{EA1E15F7-6C0C-4BC6-A20B-478692B02ADA}" type="presParOf" srcId="{A3000DC2-34D2-4255-9E55-42148DCEA009}" destId="{A7208D48-937C-4054-B126-36388ED2EC2A}" srcOrd="0" destOrd="0" presId="urn:microsoft.com/office/officeart/2008/layout/LinedList"/>
    <dgm:cxn modelId="{F372E439-12B7-4E8C-AFDF-416556139E6E}" type="presParOf" srcId="{A3000DC2-34D2-4255-9E55-42148DCEA009}" destId="{CA9D6E1B-9435-4419-8ECA-85E45AE5AB99}" srcOrd="1" destOrd="0" presId="urn:microsoft.com/office/officeart/2008/layout/LinedList"/>
    <dgm:cxn modelId="{3BE6A4AD-FC80-45CE-A769-D8FAC36F1DE0}" type="presParOf" srcId="{FD7077BC-3F16-44E6-88CE-640EDB95B79D}" destId="{11E42974-EFD1-4604-9F08-0D274F209DF3}" srcOrd="4" destOrd="0" presId="urn:microsoft.com/office/officeart/2008/layout/LinedList"/>
    <dgm:cxn modelId="{720D7217-DB16-4F58-A2D3-3968F9F6EF6C}" type="presParOf" srcId="{FD7077BC-3F16-44E6-88CE-640EDB95B79D}" destId="{4E9147BF-6343-4BA8-B932-4696AB632601}" srcOrd="5" destOrd="0" presId="urn:microsoft.com/office/officeart/2008/layout/LinedList"/>
    <dgm:cxn modelId="{9248AC1C-9FF9-4684-91FB-DA98970131F7}" type="presParOf" srcId="{4E9147BF-6343-4BA8-B932-4696AB632601}" destId="{2F2DF5EF-9DFD-4826-BA02-EB79F47274B5}" srcOrd="0" destOrd="0" presId="urn:microsoft.com/office/officeart/2008/layout/LinedList"/>
    <dgm:cxn modelId="{7A7FC122-CA64-40F6-9150-B66F99173805}" type="presParOf" srcId="{4E9147BF-6343-4BA8-B932-4696AB632601}" destId="{E20BF224-B8AD-4901-A251-6D91225E8E76}" srcOrd="1" destOrd="0" presId="urn:microsoft.com/office/officeart/2008/layout/LinedList"/>
    <dgm:cxn modelId="{1F5CAC0F-F6F1-41EB-A322-5DB5332F4442}" type="presParOf" srcId="{FD7077BC-3F16-44E6-88CE-640EDB95B79D}" destId="{30130A27-E724-408A-9EF6-B170BF9D1B8F}" srcOrd="6" destOrd="0" presId="urn:microsoft.com/office/officeart/2008/layout/LinedList"/>
    <dgm:cxn modelId="{78ACC174-B5AC-49FA-A2CD-FBC9B6B5B6DB}" type="presParOf" srcId="{FD7077BC-3F16-44E6-88CE-640EDB95B79D}" destId="{7F105414-35DB-43A4-8876-E6DF3BBA6886}" srcOrd="7" destOrd="0" presId="urn:microsoft.com/office/officeart/2008/layout/LinedList"/>
    <dgm:cxn modelId="{B6742C01-9D15-47DC-B6CA-B00D6CD44787}" type="presParOf" srcId="{7F105414-35DB-43A4-8876-E6DF3BBA6886}" destId="{F0B49BB9-5A68-4DE2-BE8A-D2E6EBD0C281}" srcOrd="0" destOrd="0" presId="urn:microsoft.com/office/officeart/2008/layout/LinedList"/>
    <dgm:cxn modelId="{8969BB9D-EC63-44AD-9147-219AFA9370CA}" type="presParOf" srcId="{7F105414-35DB-43A4-8876-E6DF3BBA6886}" destId="{80DCAD84-22E7-42BA-8A04-0EE9A63B42AC}" srcOrd="1" destOrd="0" presId="urn:microsoft.com/office/officeart/2008/layout/LinedList"/>
    <dgm:cxn modelId="{7C2D56BB-F630-4E56-B186-55C633BB3C3F}" type="presParOf" srcId="{FD7077BC-3F16-44E6-88CE-640EDB95B79D}" destId="{892A4B26-7CD3-440D-A285-4B4DFEDA8B00}" srcOrd="8" destOrd="0" presId="urn:microsoft.com/office/officeart/2008/layout/LinedList"/>
    <dgm:cxn modelId="{359296EA-4FE9-41FA-8860-728F916A4611}" type="presParOf" srcId="{FD7077BC-3F16-44E6-88CE-640EDB95B79D}" destId="{2EEA1DFB-44AA-4CD9-B471-B325DBAE60FA}" srcOrd="9" destOrd="0" presId="urn:microsoft.com/office/officeart/2008/layout/LinedList"/>
    <dgm:cxn modelId="{A273CF2C-7093-493D-91BB-4C72CFEAD45D}" type="presParOf" srcId="{2EEA1DFB-44AA-4CD9-B471-B325DBAE60FA}" destId="{34C43D77-CB4B-484D-A6A6-6B760883476F}" srcOrd="0" destOrd="0" presId="urn:microsoft.com/office/officeart/2008/layout/LinedList"/>
    <dgm:cxn modelId="{FF23F90C-3FAA-495D-88D0-7331AAE41900}" type="presParOf" srcId="{2EEA1DFB-44AA-4CD9-B471-B325DBAE60FA}" destId="{1EB781FD-E1AE-4803-AEB5-E1E70623DC94}" srcOrd="1" destOrd="0" presId="urn:microsoft.com/office/officeart/2008/layout/LinedList"/>
    <dgm:cxn modelId="{B801C423-BAFA-4C69-912D-F3C0E355E420}" type="presParOf" srcId="{FD7077BC-3F16-44E6-88CE-640EDB95B79D}" destId="{47869158-952E-4119-8487-2D76EB660DAB}" srcOrd="10" destOrd="0" presId="urn:microsoft.com/office/officeart/2008/layout/LinedList"/>
    <dgm:cxn modelId="{91C3E087-B2FD-46A3-B22F-3F8C6EA441E5}" type="presParOf" srcId="{FD7077BC-3F16-44E6-88CE-640EDB95B79D}" destId="{6E4CDEDD-F5EB-472D-A521-24926A70C168}" srcOrd="11" destOrd="0" presId="urn:microsoft.com/office/officeart/2008/layout/LinedList"/>
    <dgm:cxn modelId="{C59236C3-E7FB-4F83-94A8-E40629B18EFD}" type="presParOf" srcId="{6E4CDEDD-F5EB-472D-A521-24926A70C168}" destId="{50DFF993-7AFF-4DAB-B0CB-7F789DEC34B8}" srcOrd="0" destOrd="0" presId="urn:microsoft.com/office/officeart/2008/layout/LinedList"/>
    <dgm:cxn modelId="{D2D3DA32-679B-4DFD-9944-35231FA99198}" type="presParOf" srcId="{6E4CDEDD-F5EB-472D-A521-24926A70C168}" destId="{4EE0F241-0107-4C5D-AB9C-9491FA4AA4D9}" srcOrd="1" destOrd="0" presId="urn:microsoft.com/office/officeart/2008/layout/LinedList"/>
    <dgm:cxn modelId="{1C1E75B7-6634-41C1-B1B5-BC516EDAD102}" type="presParOf" srcId="{FD7077BC-3F16-44E6-88CE-640EDB95B79D}" destId="{606BFCB4-023E-4ED8-B3C9-F1D0EBA65EDB}" srcOrd="12" destOrd="0" presId="urn:microsoft.com/office/officeart/2008/layout/LinedList"/>
    <dgm:cxn modelId="{B1F04DB5-F8D0-4599-BB20-BCCB811FFF78}" type="presParOf" srcId="{FD7077BC-3F16-44E6-88CE-640EDB95B79D}" destId="{9C36FF35-FBF5-499C-9F18-C205B15DAD2A}" srcOrd="13" destOrd="0" presId="urn:microsoft.com/office/officeart/2008/layout/LinedList"/>
    <dgm:cxn modelId="{E2BEFC0B-BCBB-4FB8-AC67-100946D3F7FC}" type="presParOf" srcId="{9C36FF35-FBF5-499C-9F18-C205B15DAD2A}" destId="{BBB66C74-3676-4363-A1D2-4E3B417D5DA6}" srcOrd="0" destOrd="0" presId="urn:microsoft.com/office/officeart/2008/layout/LinedList"/>
    <dgm:cxn modelId="{63E8E975-63ED-4296-A0B7-0BCAE203473E}" type="presParOf" srcId="{9C36FF35-FBF5-499C-9F18-C205B15DAD2A}" destId="{C42EA4F1-09C5-4FB7-8967-6C63FD9C76E3}" srcOrd="1" destOrd="0" presId="urn:microsoft.com/office/officeart/2008/layout/LinedList"/>
    <dgm:cxn modelId="{773A04AE-E438-4C93-8812-E17B070448D9}" type="presParOf" srcId="{FD7077BC-3F16-44E6-88CE-640EDB95B79D}" destId="{1FD68B40-90B6-4D25-8AE8-25A291AC2805}" srcOrd="14" destOrd="0" presId="urn:microsoft.com/office/officeart/2008/layout/LinedList"/>
    <dgm:cxn modelId="{F633B826-01EE-4BC8-88E0-9570DC2F0473}" type="presParOf" srcId="{FD7077BC-3F16-44E6-88CE-640EDB95B79D}" destId="{250AE386-43B5-48A1-97FD-7464CDEAC0A6}" srcOrd="15" destOrd="0" presId="urn:microsoft.com/office/officeart/2008/layout/LinedList"/>
    <dgm:cxn modelId="{F8883EEC-1055-404E-9509-2345DB0DAB02}" type="presParOf" srcId="{250AE386-43B5-48A1-97FD-7464CDEAC0A6}" destId="{A2BCE078-6A8F-4C3C-8573-3D49929D0D1E}" srcOrd="0" destOrd="0" presId="urn:microsoft.com/office/officeart/2008/layout/LinedList"/>
    <dgm:cxn modelId="{412C1C23-646F-4D9B-A9EE-CFF2A585797C}" type="presParOf" srcId="{250AE386-43B5-48A1-97FD-7464CDEAC0A6}" destId="{A3B9B20C-CED1-4949-94D3-11B078BCB5D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444A2CD-332C-4A26-B3B8-1B893D080659}" type="doc">
      <dgm:prSet loTypeId="urn:microsoft.com/office/officeart/2018/2/layout/IconVerticalSolidList" loCatId="icon" qsTypeId="urn:microsoft.com/office/officeart/2005/8/quickstyle/simple2" qsCatId="simple" csTypeId="urn:microsoft.com/office/officeart/2005/8/colors/accent1_3" csCatId="accent1" phldr="1"/>
      <dgm:spPr/>
      <dgm:t>
        <a:bodyPr/>
        <a:lstStyle/>
        <a:p>
          <a:endParaRPr lang="en-US"/>
        </a:p>
      </dgm:t>
    </dgm:pt>
    <dgm:pt modelId="{DB0F2318-7A04-440B-8D37-EC3AD5757DD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Data Collection:</a:t>
          </a:r>
          <a:r>
            <a:rPr lang="en-US" dirty="0"/>
            <a:t> 14-question structured online survey via Google Forms.  </a:t>
          </a:r>
        </a:p>
      </dgm:t>
    </dgm:pt>
    <dgm:pt modelId="{252C7214-6EDE-4F83-8EB5-9DFDE8824FB4}" type="parTrans" cxnId="{3FE7284C-A5A8-4C5D-A530-1538DBA90F2F}">
      <dgm:prSet/>
      <dgm:spPr/>
      <dgm:t>
        <a:bodyPr/>
        <a:lstStyle/>
        <a:p>
          <a:endParaRPr lang="en-US"/>
        </a:p>
      </dgm:t>
    </dgm:pt>
    <dgm:pt modelId="{7F7182C0-0B49-401F-B53E-984CFD5CEC97}" type="sibTrans" cxnId="{3FE7284C-A5A8-4C5D-A530-1538DBA90F2F}">
      <dgm:prSet/>
      <dgm:spPr/>
      <dgm:t>
        <a:bodyPr/>
        <a:lstStyle/>
        <a:p>
          <a:endParaRPr lang="en-US"/>
        </a:p>
      </dgm:t>
    </dgm:pt>
    <dgm:pt modelId="{A50EF597-6000-42B9-B1CA-3C008310B3C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Sampling:</a:t>
          </a:r>
          <a:r>
            <a:rPr lang="en-US"/>
            <a:t> Convenience sampling of peers, friends, and young professionals.  </a:t>
          </a:r>
        </a:p>
      </dgm:t>
    </dgm:pt>
    <dgm:pt modelId="{58688E3B-3BF3-4017-9BE7-EBDBA5DD6FF6}" type="parTrans" cxnId="{1FEAFD9D-F871-491F-A57D-A7464108326B}">
      <dgm:prSet/>
      <dgm:spPr/>
      <dgm:t>
        <a:bodyPr/>
        <a:lstStyle/>
        <a:p>
          <a:endParaRPr lang="en-US"/>
        </a:p>
      </dgm:t>
    </dgm:pt>
    <dgm:pt modelId="{E7A05139-5D1B-472D-BACB-405C9EC438BB}" type="sibTrans" cxnId="{1FEAFD9D-F871-491F-A57D-A7464108326B}">
      <dgm:prSet/>
      <dgm:spPr/>
      <dgm:t>
        <a:bodyPr/>
        <a:lstStyle/>
        <a:p>
          <a:endParaRPr lang="en-US"/>
        </a:p>
      </dgm:t>
    </dgm:pt>
    <dgm:pt modelId="{29EC5524-763F-44AF-983B-28E6A3BC19F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Scope:</a:t>
          </a:r>
          <a:r>
            <a:rPr lang="en-US"/>
            <a:t> Evaluated demographics, university learning, and job challenges.  </a:t>
          </a:r>
        </a:p>
      </dgm:t>
    </dgm:pt>
    <dgm:pt modelId="{57ACD26C-6533-42B2-A72A-F96C9452C35B}" type="parTrans" cxnId="{23501952-46A2-4355-94D5-D7FDE4510280}">
      <dgm:prSet/>
      <dgm:spPr/>
      <dgm:t>
        <a:bodyPr/>
        <a:lstStyle/>
        <a:p>
          <a:endParaRPr lang="en-US"/>
        </a:p>
      </dgm:t>
    </dgm:pt>
    <dgm:pt modelId="{30129745-3B10-4AA9-9882-9091BDB02220}" type="sibTrans" cxnId="{23501952-46A2-4355-94D5-D7FDE4510280}">
      <dgm:prSet/>
      <dgm:spPr/>
      <dgm:t>
        <a:bodyPr/>
        <a:lstStyle/>
        <a:p>
          <a:endParaRPr lang="en-US"/>
        </a:p>
      </dgm:t>
    </dgm:pt>
    <dgm:pt modelId="{E74FA39C-8ADD-4D7D-8AE8-EA44AD58148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Goal:</a:t>
          </a:r>
          <a:r>
            <a:rPr lang="en-US"/>
            <a:t> Capture real-world perspectives from those navigating the transition.  </a:t>
          </a:r>
        </a:p>
      </dgm:t>
    </dgm:pt>
    <dgm:pt modelId="{7172BC05-67C3-41F2-A136-9817CF8B98A0}" type="parTrans" cxnId="{4AFD4FD0-7C53-4689-BDA4-A316A1148E73}">
      <dgm:prSet/>
      <dgm:spPr/>
      <dgm:t>
        <a:bodyPr/>
        <a:lstStyle/>
        <a:p>
          <a:endParaRPr lang="en-US"/>
        </a:p>
      </dgm:t>
    </dgm:pt>
    <dgm:pt modelId="{F5DD358A-0CBC-45DD-A0C2-45347FFBD6BE}" type="sibTrans" cxnId="{4AFD4FD0-7C53-4689-BDA4-A316A1148E73}">
      <dgm:prSet/>
      <dgm:spPr/>
      <dgm:t>
        <a:bodyPr/>
        <a:lstStyle/>
        <a:p>
          <a:endParaRPr lang="en-US"/>
        </a:p>
      </dgm:t>
    </dgm:pt>
    <dgm:pt modelId="{F5847426-E7DF-435E-84DC-DEB7D82F516C}" type="pres">
      <dgm:prSet presAssocID="{1444A2CD-332C-4A26-B3B8-1B893D080659}" presName="root" presStyleCnt="0">
        <dgm:presLayoutVars>
          <dgm:dir/>
          <dgm:resizeHandles val="exact"/>
        </dgm:presLayoutVars>
      </dgm:prSet>
      <dgm:spPr/>
    </dgm:pt>
    <dgm:pt modelId="{B7BB8FEB-15FD-43DC-8028-8B4D227E93D8}" type="pres">
      <dgm:prSet presAssocID="{DB0F2318-7A04-440B-8D37-EC3AD5757DDC}" presName="compNode" presStyleCnt="0"/>
      <dgm:spPr/>
    </dgm:pt>
    <dgm:pt modelId="{9FA8E6EE-2B93-4976-84E8-0DB50C36FF5F}" type="pres">
      <dgm:prSet presAssocID="{DB0F2318-7A04-440B-8D37-EC3AD5757DDC}" presName="bgRect" presStyleLbl="bgShp" presStyleIdx="0" presStyleCnt="4"/>
      <dgm:spPr/>
    </dgm:pt>
    <dgm:pt modelId="{BB890AFD-1FB8-40CA-AECA-81ECD3C2608E}" type="pres">
      <dgm:prSet presAssocID="{DB0F2318-7A04-440B-8D37-EC3AD5757DD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ABCAE5DF-9B54-489D-A172-BE4828EEB0D5}" type="pres">
      <dgm:prSet presAssocID="{DB0F2318-7A04-440B-8D37-EC3AD5757DDC}" presName="spaceRect" presStyleCnt="0"/>
      <dgm:spPr/>
    </dgm:pt>
    <dgm:pt modelId="{B2CC900F-99E8-47D4-A3AC-10F7995DEF94}" type="pres">
      <dgm:prSet presAssocID="{DB0F2318-7A04-440B-8D37-EC3AD5757DDC}" presName="parTx" presStyleLbl="revTx" presStyleIdx="0" presStyleCnt="4">
        <dgm:presLayoutVars>
          <dgm:chMax val="0"/>
          <dgm:chPref val="0"/>
        </dgm:presLayoutVars>
      </dgm:prSet>
      <dgm:spPr/>
    </dgm:pt>
    <dgm:pt modelId="{79B04A05-C301-4270-91FE-C51A6B2039F1}" type="pres">
      <dgm:prSet presAssocID="{7F7182C0-0B49-401F-B53E-984CFD5CEC97}" presName="sibTrans" presStyleCnt="0"/>
      <dgm:spPr/>
    </dgm:pt>
    <dgm:pt modelId="{55D49D14-EE7B-45D6-92AA-C194DE0EE9C6}" type="pres">
      <dgm:prSet presAssocID="{A50EF597-6000-42B9-B1CA-3C008310B3CC}" presName="compNode" presStyleCnt="0"/>
      <dgm:spPr/>
    </dgm:pt>
    <dgm:pt modelId="{DA15E1B8-D48F-4006-A32C-D0DD2EF3B435}" type="pres">
      <dgm:prSet presAssocID="{A50EF597-6000-42B9-B1CA-3C008310B3CC}" presName="bgRect" presStyleLbl="bgShp" presStyleIdx="1" presStyleCnt="4"/>
      <dgm:spPr/>
    </dgm:pt>
    <dgm:pt modelId="{EB1EC6B9-D6D5-4806-82B9-BDB0C7F9F209}" type="pres">
      <dgm:prSet presAssocID="{A50EF597-6000-42B9-B1CA-3C008310B3C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6A7F0D78-4C53-410D-8372-C1E8597C1EF5}" type="pres">
      <dgm:prSet presAssocID="{A50EF597-6000-42B9-B1CA-3C008310B3CC}" presName="spaceRect" presStyleCnt="0"/>
      <dgm:spPr/>
    </dgm:pt>
    <dgm:pt modelId="{13715611-EDE2-4D83-BB84-AECA2EF92A91}" type="pres">
      <dgm:prSet presAssocID="{A50EF597-6000-42B9-B1CA-3C008310B3CC}" presName="parTx" presStyleLbl="revTx" presStyleIdx="1" presStyleCnt="4">
        <dgm:presLayoutVars>
          <dgm:chMax val="0"/>
          <dgm:chPref val="0"/>
        </dgm:presLayoutVars>
      </dgm:prSet>
      <dgm:spPr/>
    </dgm:pt>
    <dgm:pt modelId="{D9DDF330-5737-48E1-9BA6-A4DB4ACB4C5C}" type="pres">
      <dgm:prSet presAssocID="{E7A05139-5D1B-472D-BACB-405C9EC438BB}" presName="sibTrans" presStyleCnt="0"/>
      <dgm:spPr/>
    </dgm:pt>
    <dgm:pt modelId="{C1FDBA37-F8D0-4B78-B8FE-8A6CFEB412CD}" type="pres">
      <dgm:prSet presAssocID="{29EC5524-763F-44AF-983B-28E6A3BC19F4}" presName="compNode" presStyleCnt="0"/>
      <dgm:spPr/>
    </dgm:pt>
    <dgm:pt modelId="{114C8DE0-0AE5-4EDD-8006-A476D2FDE2CB}" type="pres">
      <dgm:prSet presAssocID="{29EC5524-763F-44AF-983B-28E6A3BC19F4}" presName="bgRect" presStyleLbl="bgShp" presStyleIdx="2" presStyleCnt="4"/>
      <dgm:spPr/>
    </dgm:pt>
    <dgm:pt modelId="{3A86DCC7-F340-46F9-BC88-E63ACDF4D23E}" type="pres">
      <dgm:prSet presAssocID="{29EC5524-763F-44AF-983B-28E6A3BC19F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8EE01405-553D-4EC0-821F-F697F0579446}" type="pres">
      <dgm:prSet presAssocID="{29EC5524-763F-44AF-983B-28E6A3BC19F4}" presName="spaceRect" presStyleCnt="0"/>
      <dgm:spPr/>
    </dgm:pt>
    <dgm:pt modelId="{EB981ABB-895E-4847-920C-DC7C66393FDF}" type="pres">
      <dgm:prSet presAssocID="{29EC5524-763F-44AF-983B-28E6A3BC19F4}" presName="parTx" presStyleLbl="revTx" presStyleIdx="2" presStyleCnt="4">
        <dgm:presLayoutVars>
          <dgm:chMax val="0"/>
          <dgm:chPref val="0"/>
        </dgm:presLayoutVars>
      </dgm:prSet>
      <dgm:spPr/>
    </dgm:pt>
    <dgm:pt modelId="{8B8F31FF-E10F-4A06-B581-549C5F75C711}" type="pres">
      <dgm:prSet presAssocID="{30129745-3B10-4AA9-9882-9091BDB02220}" presName="sibTrans" presStyleCnt="0"/>
      <dgm:spPr/>
    </dgm:pt>
    <dgm:pt modelId="{11F1CD30-3E55-41C9-9F7A-D80E8E044B25}" type="pres">
      <dgm:prSet presAssocID="{E74FA39C-8ADD-4D7D-8AE8-EA44AD581482}" presName="compNode" presStyleCnt="0"/>
      <dgm:spPr/>
    </dgm:pt>
    <dgm:pt modelId="{6328474A-5E8E-49B7-90B1-08B5D4A796B1}" type="pres">
      <dgm:prSet presAssocID="{E74FA39C-8ADD-4D7D-8AE8-EA44AD581482}" presName="bgRect" presStyleLbl="bgShp" presStyleIdx="3" presStyleCnt="4"/>
      <dgm:spPr/>
    </dgm:pt>
    <dgm:pt modelId="{34B43294-EA7D-4C2F-A3D7-61AB4CB611C3}" type="pres">
      <dgm:prSet presAssocID="{E74FA39C-8ADD-4D7D-8AE8-EA44AD58148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AA504DAF-6432-4890-838B-6C4CD89A3A6A}" type="pres">
      <dgm:prSet presAssocID="{E74FA39C-8ADD-4D7D-8AE8-EA44AD581482}" presName="spaceRect" presStyleCnt="0"/>
      <dgm:spPr/>
    </dgm:pt>
    <dgm:pt modelId="{39B35405-465E-4515-A9F6-8F5AA91728DB}" type="pres">
      <dgm:prSet presAssocID="{E74FA39C-8ADD-4D7D-8AE8-EA44AD58148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286A7517-67E3-4808-BA76-662378048C93}" type="presOf" srcId="{E74FA39C-8ADD-4D7D-8AE8-EA44AD581482}" destId="{39B35405-465E-4515-A9F6-8F5AA91728DB}" srcOrd="0" destOrd="0" presId="urn:microsoft.com/office/officeart/2018/2/layout/IconVerticalSolidList"/>
    <dgm:cxn modelId="{8DAE4D2C-EB80-4789-BAF1-5A1134857133}" type="presOf" srcId="{1444A2CD-332C-4A26-B3B8-1B893D080659}" destId="{F5847426-E7DF-435E-84DC-DEB7D82F516C}" srcOrd="0" destOrd="0" presId="urn:microsoft.com/office/officeart/2018/2/layout/IconVerticalSolidList"/>
    <dgm:cxn modelId="{E3E69E61-E1E0-481D-A55A-4CB60041DF60}" type="presOf" srcId="{29EC5524-763F-44AF-983B-28E6A3BC19F4}" destId="{EB981ABB-895E-4847-920C-DC7C66393FDF}" srcOrd="0" destOrd="0" presId="urn:microsoft.com/office/officeart/2018/2/layout/IconVerticalSolidList"/>
    <dgm:cxn modelId="{3FE7284C-A5A8-4C5D-A530-1538DBA90F2F}" srcId="{1444A2CD-332C-4A26-B3B8-1B893D080659}" destId="{DB0F2318-7A04-440B-8D37-EC3AD5757DDC}" srcOrd="0" destOrd="0" parTransId="{252C7214-6EDE-4F83-8EB5-9DFDE8824FB4}" sibTransId="{7F7182C0-0B49-401F-B53E-984CFD5CEC97}"/>
    <dgm:cxn modelId="{23501952-46A2-4355-94D5-D7FDE4510280}" srcId="{1444A2CD-332C-4A26-B3B8-1B893D080659}" destId="{29EC5524-763F-44AF-983B-28E6A3BC19F4}" srcOrd="2" destOrd="0" parTransId="{57ACD26C-6533-42B2-A72A-F96C9452C35B}" sibTransId="{30129745-3B10-4AA9-9882-9091BDB02220}"/>
    <dgm:cxn modelId="{09EB5B54-DDE2-4DF1-AEED-5312E8B63B24}" type="presOf" srcId="{A50EF597-6000-42B9-B1CA-3C008310B3CC}" destId="{13715611-EDE2-4D83-BB84-AECA2EF92A91}" srcOrd="0" destOrd="0" presId="urn:microsoft.com/office/officeart/2018/2/layout/IconVerticalSolidList"/>
    <dgm:cxn modelId="{1FEAFD9D-F871-491F-A57D-A7464108326B}" srcId="{1444A2CD-332C-4A26-B3B8-1B893D080659}" destId="{A50EF597-6000-42B9-B1CA-3C008310B3CC}" srcOrd="1" destOrd="0" parTransId="{58688E3B-3BF3-4017-9BE7-EBDBA5DD6FF6}" sibTransId="{E7A05139-5D1B-472D-BACB-405C9EC438BB}"/>
    <dgm:cxn modelId="{4AFD4FD0-7C53-4689-BDA4-A316A1148E73}" srcId="{1444A2CD-332C-4A26-B3B8-1B893D080659}" destId="{E74FA39C-8ADD-4D7D-8AE8-EA44AD581482}" srcOrd="3" destOrd="0" parTransId="{7172BC05-67C3-41F2-A136-9817CF8B98A0}" sibTransId="{F5DD358A-0CBC-45DD-A0C2-45347FFBD6BE}"/>
    <dgm:cxn modelId="{B1FD0CF7-A935-44C3-87DF-B8C3964B4865}" type="presOf" srcId="{DB0F2318-7A04-440B-8D37-EC3AD5757DDC}" destId="{B2CC900F-99E8-47D4-A3AC-10F7995DEF94}" srcOrd="0" destOrd="0" presId="urn:microsoft.com/office/officeart/2018/2/layout/IconVerticalSolidList"/>
    <dgm:cxn modelId="{39E69487-1BFE-4D2A-AB65-CB9F2CA3F46D}" type="presParOf" srcId="{F5847426-E7DF-435E-84DC-DEB7D82F516C}" destId="{B7BB8FEB-15FD-43DC-8028-8B4D227E93D8}" srcOrd="0" destOrd="0" presId="urn:microsoft.com/office/officeart/2018/2/layout/IconVerticalSolidList"/>
    <dgm:cxn modelId="{D46708F3-521F-4197-9264-34057613D256}" type="presParOf" srcId="{B7BB8FEB-15FD-43DC-8028-8B4D227E93D8}" destId="{9FA8E6EE-2B93-4976-84E8-0DB50C36FF5F}" srcOrd="0" destOrd="0" presId="urn:microsoft.com/office/officeart/2018/2/layout/IconVerticalSolidList"/>
    <dgm:cxn modelId="{DAE06510-2C8A-4A74-880D-42C37D89B2E9}" type="presParOf" srcId="{B7BB8FEB-15FD-43DC-8028-8B4D227E93D8}" destId="{BB890AFD-1FB8-40CA-AECA-81ECD3C2608E}" srcOrd="1" destOrd="0" presId="urn:microsoft.com/office/officeart/2018/2/layout/IconVerticalSolidList"/>
    <dgm:cxn modelId="{6DF5FE17-AFFD-4B29-8585-8BDF9D320199}" type="presParOf" srcId="{B7BB8FEB-15FD-43DC-8028-8B4D227E93D8}" destId="{ABCAE5DF-9B54-489D-A172-BE4828EEB0D5}" srcOrd="2" destOrd="0" presId="urn:microsoft.com/office/officeart/2018/2/layout/IconVerticalSolidList"/>
    <dgm:cxn modelId="{E8EDC2D5-D02A-41C0-9411-14E9C3D54DF1}" type="presParOf" srcId="{B7BB8FEB-15FD-43DC-8028-8B4D227E93D8}" destId="{B2CC900F-99E8-47D4-A3AC-10F7995DEF94}" srcOrd="3" destOrd="0" presId="urn:microsoft.com/office/officeart/2018/2/layout/IconVerticalSolidList"/>
    <dgm:cxn modelId="{C432CD9E-4A5F-4735-9358-663A7B48C3FF}" type="presParOf" srcId="{F5847426-E7DF-435E-84DC-DEB7D82F516C}" destId="{79B04A05-C301-4270-91FE-C51A6B2039F1}" srcOrd="1" destOrd="0" presId="urn:microsoft.com/office/officeart/2018/2/layout/IconVerticalSolidList"/>
    <dgm:cxn modelId="{0DEDF80A-2C66-4D43-9BB0-D55CAF4763BD}" type="presParOf" srcId="{F5847426-E7DF-435E-84DC-DEB7D82F516C}" destId="{55D49D14-EE7B-45D6-92AA-C194DE0EE9C6}" srcOrd="2" destOrd="0" presId="urn:microsoft.com/office/officeart/2018/2/layout/IconVerticalSolidList"/>
    <dgm:cxn modelId="{77F6FC2F-45E8-4697-BB7B-890649927D35}" type="presParOf" srcId="{55D49D14-EE7B-45D6-92AA-C194DE0EE9C6}" destId="{DA15E1B8-D48F-4006-A32C-D0DD2EF3B435}" srcOrd="0" destOrd="0" presId="urn:microsoft.com/office/officeart/2018/2/layout/IconVerticalSolidList"/>
    <dgm:cxn modelId="{95507C84-0A0D-4338-B028-7235E840DBE8}" type="presParOf" srcId="{55D49D14-EE7B-45D6-92AA-C194DE0EE9C6}" destId="{EB1EC6B9-D6D5-4806-82B9-BDB0C7F9F209}" srcOrd="1" destOrd="0" presId="urn:microsoft.com/office/officeart/2018/2/layout/IconVerticalSolidList"/>
    <dgm:cxn modelId="{4BAAD903-DF37-48F9-91C7-B6219C56AD7D}" type="presParOf" srcId="{55D49D14-EE7B-45D6-92AA-C194DE0EE9C6}" destId="{6A7F0D78-4C53-410D-8372-C1E8597C1EF5}" srcOrd="2" destOrd="0" presId="urn:microsoft.com/office/officeart/2018/2/layout/IconVerticalSolidList"/>
    <dgm:cxn modelId="{D0EA1D31-76D2-4A85-88BD-68E9D621C1B6}" type="presParOf" srcId="{55D49D14-EE7B-45D6-92AA-C194DE0EE9C6}" destId="{13715611-EDE2-4D83-BB84-AECA2EF92A91}" srcOrd="3" destOrd="0" presId="urn:microsoft.com/office/officeart/2018/2/layout/IconVerticalSolidList"/>
    <dgm:cxn modelId="{566EE8E9-B46A-489C-AF0A-4A55F6E8B616}" type="presParOf" srcId="{F5847426-E7DF-435E-84DC-DEB7D82F516C}" destId="{D9DDF330-5737-48E1-9BA6-A4DB4ACB4C5C}" srcOrd="3" destOrd="0" presId="urn:microsoft.com/office/officeart/2018/2/layout/IconVerticalSolidList"/>
    <dgm:cxn modelId="{22834EF5-9257-41FA-A4DB-B59F3EB8B93B}" type="presParOf" srcId="{F5847426-E7DF-435E-84DC-DEB7D82F516C}" destId="{C1FDBA37-F8D0-4B78-B8FE-8A6CFEB412CD}" srcOrd="4" destOrd="0" presId="urn:microsoft.com/office/officeart/2018/2/layout/IconVerticalSolidList"/>
    <dgm:cxn modelId="{1F95B33C-ECD9-4621-A9C8-3F54F2C0C8E8}" type="presParOf" srcId="{C1FDBA37-F8D0-4B78-B8FE-8A6CFEB412CD}" destId="{114C8DE0-0AE5-4EDD-8006-A476D2FDE2CB}" srcOrd="0" destOrd="0" presId="urn:microsoft.com/office/officeart/2018/2/layout/IconVerticalSolidList"/>
    <dgm:cxn modelId="{E25D2DCD-81D5-41DD-8E22-D74E982728CA}" type="presParOf" srcId="{C1FDBA37-F8D0-4B78-B8FE-8A6CFEB412CD}" destId="{3A86DCC7-F340-46F9-BC88-E63ACDF4D23E}" srcOrd="1" destOrd="0" presId="urn:microsoft.com/office/officeart/2018/2/layout/IconVerticalSolidList"/>
    <dgm:cxn modelId="{B372252C-709D-4BFF-A93B-72B17C6AD757}" type="presParOf" srcId="{C1FDBA37-F8D0-4B78-B8FE-8A6CFEB412CD}" destId="{8EE01405-553D-4EC0-821F-F697F0579446}" srcOrd="2" destOrd="0" presId="urn:microsoft.com/office/officeart/2018/2/layout/IconVerticalSolidList"/>
    <dgm:cxn modelId="{AF4E14D9-3844-475C-B21F-822203027E0B}" type="presParOf" srcId="{C1FDBA37-F8D0-4B78-B8FE-8A6CFEB412CD}" destId="{EB981ABB-895E-4847-920C-DC7C66393FDF}" srcOrd="3" destOrd="0" presId="urn:microsoft.com/office/officeart/2018/2/layout/IconVerticalSolidList"/>
    <dgm:cxn modelId="{F67E7F7A-08BB-44DB-AC40-4B29F2C3871F}" type="presParOf" srcId="{F5847426-E7DF-435E-84DC-DEB7D82F516C}" destId="{8B8F31FF-E10F-4A06-B581-549C5F75C711}" srcOrd="5" destOrd="0" presId="urn:microsoft.com/office/officeart/2018/2/layout/IconVerticalSolidList"/>
    <dgm:cxn modelId="{CBB9CF6D-086E-46E8-A2EA-C29D954BBBB7}" type="presParOf" srcId="{F5847426-E7DF-435E-84DC-DEB7D82F516C}" destId="{11F1CD30-3E55-41C9-9F7A-D80E8E044B25}" srcOrd="6" destOrd="0" presId="urn:microsoft.com/office/officeart/2018/2/layout/IconVerticalSolidList"/>
    <dgm:cxn modelId="{145B4974-849C-4F34-AED8-32D7A1B6255E}" type="presParOf" srcId="{11F1CD30-3E55-41C9-9F7A-D80E8E044B25}" destId="{6328474A-5E8E-49B7-90B1-08B5D4A796B1}" srcOrd="0" destOrd="0" presId="urn:microsoft.com/office/officeart/2018/2/layout/IconVerticalSolidList"/>
    <dgm:cxn modelId="{5F48D533-C2F0-4663-A86A-809B8B41FEE5}" type="presParOf" srcId="{11F1CD30-3E55-41C9-9F7A-D80E8E044B25}" destId="{34B43294-EA7D-4C2F-A3D7-61AB4CB611C3}" srcOrd="1" destOrd="0" presId="urn:microsoft.com/office/officeart/2018/2/layout/IconVerticalSolidList"/>
    <dgm:cxn modelId="{F52B9487-AA55-4C64-83CE-3938A230C389}" type="presParOf" srcId="{11F1CD30-3E55-41C9-9F7A-D80E8E044B25}" destId="{AA504DAF-6432-4890-838B-6C4CD89A3A6A}" srcOrd="2" destOrd="0" presId="urn:microsoft.com/office/officeart/2018/2/layout/IconVerticalSolidList"/>
    <dgm:cxn modelId="{DDC7E194-16FC-4582-82D6-6EE3E0E2659D}" type="presParOf" srcId="{11F1CD30-3E55-41C9-9F7A-D80E8E044B25}" destId="{39B35405-465E-4515-A9F6-8F5AA91728D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3B2B2B3-BD58-4CF8-BBD3-04629D5B6FA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A41F1C3-A0C1-4CB1-A133-4C68CAFE12E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300" dirty="0"/>
            <a:t>Shift from rote memorization to experiential training.</a:t>
          </a:r>
        </a:p>
      </dgm:t>
    </dgm:pt>
    <dgm:pt modelId="{DC40E771-A315-49A5-A9D9-4D959F894FCE}" type="parTrans" cxnId="{4B4175F5-1E26-441F-B85C-4091493F3529}">
      <dgm:prSet/>
      <dgm:spPr/>
      <dgm:t>
        <a:bodyPr/>
        <a:lstStyle/>
        <a:p>
          <a:endParaRPr lang="en-US"/>
        </a:p>
      </dgm:t>
    </dgm:pt>
    <dgm:pt modelId="{5C73A85A-93F1-47F3-BF6A-6BF63CBF53D1}" type="sibTrans" cxnId="{4B4175F5-1E26-441F-B85C-4091493F3529}">
      <dgm:prSet/>
      <dgm:spPr/>
      <dgm:t>
        <a:bodyPr/>
        <a:lstStyle/>
        <a:p>
          <a:endParaRPr lang="en-US"/>
        </a:p>
      </dgm:t>
    </dgm:pt>
    <dgm:pt modelId="{4B52599A-BDD2-403B-9273-172CF293FC4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300"/>
            <a:t>Continuously update syllabi to match industry trends.</a:t>
          </a:r>
        </a:p>
      </dgm:t>
    </dgm:pt>
    <dgm:pt modelId="{F9AC82B7-5F1A-4C6D-BFBE-6A566221FAE3}" type="parTrans" cxnId="{4838D2DE-0500-471D-84CD-4BB96CFCAC08}">
      <dgm:prSet/>
      <dgm:spPr/>
      <dgm:t>
        <a:bodyPr/>
        <a:lstStyle/>
        <a:p>
          <a:endParaRPr lang="en-US"/>
        </a:p>
      </dgm:t>
    </dgm:pt>
    <dgm:pt modelId="{541F725E-A286-40A0-BD07-E79759639529}" type="sibTrans" cxnId="{4838D2DE-0500-471D-84CD-4BB96CFCAC08}">
      <dgm:prSet/>
      <dgm:spPr/>
      <dgm:t>
        <a:bodyPr/>
        <a:lstStyle/>
        <a:p>
          <a:endParaRPr lang="en-US"/>
        </a:p>
      </dgm:t>
    </dgm:pt>
    <dgm:pt modelId="{111F5B68-3DB4-4A59-BC05-D131EA77891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300"/>
            <a:t>Forge strong alliances for internships and workshops.</a:t>
          </a:r>
        </a:p>
      </dgm:t>
    </dgm:pt>
    <dgm:pt modelId="{9D32AB58-C245-48D1-92FB-4C17B290B155}" type="parTrans" cxnId="{005EBFB9-0706-4A60-A7B4-AF874C0DC242}">
      <dgm:prSet/>
      <dgm:spPr/>
      <dgm:t>
        <a:bodyPr/>
        <a:lstStyle/>
        <a:p>
          <a:endParaRPr lang="en-US"/>
        </a:p>
      </dgm:t>
    </dgm:pt>
    <dgm:pt modelId="{2378BD52-A5C7-4B38-8352-7E525872B3B5}" type="sibTrans" cxnId="{005EBFB9-0706-4A60-A7B4-AF874C0DC242}">
      <dgm:prSet/>
      <dgm:spPr/>
      <dgm:t>
        <a:bodyPr/>
        <a:lstStyle/>
        <a:p>
          <a:endParaRPr lang="en-US"/>
        </a:p>
      </dgm:t>
    </dgm:pt>
    <dgm:pt modelId="{1700CAF1-3A18-4581-8E79-EEEB8D9C197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300"/>
            <a:t>Make communication and teamwork gradable competencies.</a:t>
          </a:r>
        </a:p>
      </dgm:t>
    </dgm:pt>
    <dgm:pt modelId="{0295CA34-63E3-493D-9ABD-0CCE3E478321}" type="parTrans" cxnId="{6EDE5072-DE73-4B01-8D80-0FDD24BB7F52}">
      <dgm:prSet/>
      <dgm:spPr/>
      <dgm:t>
        <a:bodyPr/>
        <a:lstStyle/>
        <a:p>
          <a:endParaRPr lang="en-US"/>
        </a:p>
      </dgm:t>
    </dgm:pt>
    <dgm:pt modelId="{9BF5AE7F-F365-4EC9-84B8-88760606556B}" type="sibTrans" cxnId="{6EDE5072-DE73-4B01-8D80-0FDD24BB7F52}">
      <dgm:prSet/>
      <dgm:spPr/>
      <dgm:t>
        <a:bodyPr/>
        <a:lstStyle/>
        <a:p>
          <a:endParaRPr lang="en-US"/>
        </a:p>
      </dgm:t>
    </dgm:pt>
    <dgm:pt modelId="{265EC766-BB2A-480B-A537-C77966A8562B}" type="pres">
      <dgm:prSet presAssocID="{D3B2B2B3-BD58-4CF8-BBD3-04629D5B6FA5}" presName="root" presStyleCnt="0">
        <dgm:presLayoutVars>
          <dgm:dir/>
          <dgm:resizeHandles val="exact"/>
        </dgm:presLayoutVars>
      </dgm:prSet>
      <dgm:spPr/>
    </dgm:pt>
    <dgm:pt modelId="{AD2F0606-FF94-4454-A773-4270ECA40103}" type="pres">
      <dgm:prSet presAssocID="{5A41F1C3-A0C1-4CB1-A133-4C68CAFE12E4}" presName="compNode" presStyleCnt="0"/>
      <dgm:spPr/>
    </dgm:pt>
    <dgm:pt modelId="{D76D5435-A380-4BE4-AE82-215247083FD1}" type="pres">
      <dgm:prSet presAssocID="{5A41F1C3-A0C1-4CB1-A133-4C68CAFE12E4}" presName="bgRect" presStyleLbl="bgShp" presStyleIdx="0" presStyleCnt="4"/>
      <dgm:spPr/>
    </dgm:pt>
    <dgm:pt modelId="{82EF6D8B-8028-4F4D-8BA4-EC3758E4C651}" type="pres">
      <dgm:prSet presAssocID="{5A41F1C3-A0C1-4CB1-A133-4C68CAFE12E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7FE9CF1B-3FF4-4546-879D-B74A45C72F81}" type="pres">
      <dgm:prSet presAssocID="{5A41F1C3-A0C1-4CB1-A133-4C68CAFE12E4}" presName="spaceRect" presStyleCnt="0"/>
      <dgm:spPr/>
    </dgm:pt>
    <dgm:pt modelId="{71B50DAD-040B-4390-A771-6AE26FA71BB6}" type="pres">
      <dgm:prSet presAssocID="{5A41F1C3-A0C1-4CB1-A133-4C68CAFE12E4}" presName="parTx" presStyleLbl="revTx" presStyleIdx="0" presStyleCnt="4">
        <dgm:presLayoutVars>
          <dgm:chMax val="0"/>
          <dgm:chPref val="0"/>
        </dgm:presLayoutVars>
      </dgm:prSet>
      <dgm:spPr/>
    </dgm:pt>
    <dgm:pt modelId="{B2D65D79-9C40-4095-AD5D-0CF904B2D35C}" type="pres">
      <dgm:prSet presAssocID="{5C73A85A-93F1-47F3-BF6A-6BF63CBF53D1}" presName="sibTrans" presStyleCnt="0"/>
      <dgm:spPr/>
    </dgm:pt>
    <dgm:pt modelId="{8B3FD265-B425-4807-AB1A-04C592888ADC}" type="pres">
      <dgm:prSet presAssocID="{4B52599A-BDD2-403B-9273-172CF293FC47}" presName="compNode" presStyleCnt="0"/>
      <dgm:spPr/>
    </dgm:pt>
    <dgm:pt modelId="{64AE3F7D-0350-4229-BACB-ACB6C778C363}" type="pres">
      <dgm:prSet presAssocID="{4B52599A-BDD2-403B-9273-172CF293FC47}" presName="bgRect" presStyleLbl="bgShp" presStyleIdx="1" presStyleCnt="4"/>
      <dgm:spPr/>
    </dgm:pt>
    <dgm:pt modelId="{AD5DAA21-DD79-4E07-9307-87B42B099456}" type="pres">
      <dgm:prSet presAssocID="{4B52599A-BDD2-403B-9273-172CF293FC4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occer"/>
        </a:ext>
      </dgm:extLst>
    </dgm:pt>
    <dgm:pt modelId="{B2F83786-FEB4-4421-86D5-866A1219EA61}" type="pres">
      <dgm:prSet presAssocID="{4B52599A-BDD2-403B-9273-172CF293FC47}" presName="spaceRect" presStyleCnt="0"/>
      <dgm:spPr/>
    </dgm:pt>
    <dgm:pt modelId="{BE5758CB-8270-4E91-829C-148B3CE22913}" type="pres">
      <dgm:prSet presAssocID="{4B52599A-BDD2-403B-9273-172CF293FC47}" presName="parTx" presStyleLbl="revTx" presStyleIdx="1" presStyleCnt="4">
        <dgm:presLayoutVars>
          <dgm:chMax val="0"/>
          <dgm:chPref val="0"/>
        </dgm:presLayoutVars>
      </dgm:prSet>
      <dgm:spPr/>
    </dgm:pt>
    <dgm:pt modelId="{E4B36EF6-9D86-438A-8FD5-E8EEDC3EB3DA}" type="pres">
      <dgm:prSet presAssocID="{541F725E-A286-40A0-BD07-E79759639529}" presName="sibTrans" presStyleCnt="0"/>
      <dgm:spPr/>
    </dgm:pt>
    <dgm:pt modelId="{FC540F53-3A90-43F6-B96E-5DEDECE39D46}" type="pres">
      <dgm:prSet presAssocID="{111F5B68-3DB4-4A59-BC05-D131EA778911}" presName="compNode" presStyleCnt="0"/>
      <dgm:spPr/>
    </dgm:pt>
    <dgm:pt modelId="{DA1FAAFE-65A9-4376-8453-5C23741D2407}" type="pres">
      <dgm:prSet presAssocID="{111F5B68-3DB4-4A59-BC05-D131EA778911}" presName="bgRect" presStyleLbl="bgShp" presStyleIdx="2" presStyleCnt="4"/>
      <dgm:spPr/>
    </dgm:pt>
    <dgm:pt modelId="{D61DADE6-C1FE-40D1-A375-7CF665A84243}" type="pres">
      <dgm:prSet presAssocID="{111F5B68-3DB4-4A59-BC05-D131EA77891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44E42B8A-9876-4007-AE2F-CEEC867AFBAE}" type="pres">
      <dgm:prSet presAssocID="{111F5B68-3DB4-4A59-BC05-D131EA778911}" presName="spaceRect" presStyleCnt="0"/>
      <dgm:spPr/>
    </dgm:pt>
    <dgm:pt modelId="{99081773-A7F9-460E-B230-0A3D88934007}" type="pres">
      <dgm:prSet presAssocID="{111F5B68-3DB4-4A59-BC05-D131EA778911}" presName="parTx" presStyleLbl="revTx" presStyleIdx="2" presStyleCnt="4">
        <dgm:presLayoutVars>
          <dgm:chMax val="0"/>
          <dgm:chPref val="0"/>
        </dgm:presLayoutVars>
      </dgm:prSet>
      <dgm:spPr/>
    </dgm:pt>
    <dgm:pt modelId="{EEB5B334-5C68-41B9-A2E5-A1828FE54B86}" type="pres">
      <dgm:prSet presAssocID="{2378BD52-A5C7-4B38-8352-7E525872B3B5}" presName="sibTrans" presStyleCnt="0"/>
      <dgm:spPr/>
    </dgm:pt>
    <dgm:pt modelId="{A0399957-B217-4C40-96FA-32A1E84D67DC}" type="pres">
      <dgm:prSet presAssocID="{1700CAF1-3A18-4581-8E79-EEEB8D9C1972}" presName="compNode" presStyleCnt="0"/>
      <dgm:spPr/>
    </dgm:pt>
    <dgm:pt modelId="{1BEF1E48-35F3-4771-9DF1-B876286D6012}" type="pres">
      <dgm:prSet presAssocID="{1700CAF1-3A18-4581-8E79-EEEB8D9C1972}" presName="bgRect" presStyleLbl="bgShp" presStyleIdx="3" presStyleCnt="4"/>
      <dgm:spPr/>
    </dgm:pt>
    <dgm:pt modelId="{0D8658C7-3682-4FD1-A0CE-7E5A2CBB1983}" type="pres">
      <dgm:prSet presAssocID="{1700CAF1-3A18-4581-8E79-EEEB8D9C197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2298030F-0BC4-4EDE-A99E-456DD7795761}" type="pres">
      <dgm:prSet presAssocID="{1700CAF1-3A18-4581-8E79-EEEB8D9C1972}" presName="spaceRect" presStyleCnt="0"/>
      <dgm:spPr/>
    </dgm:pt>
    <dgm:pt modelId="{C7A53F47-A912-4A72-B22F-A23A9047D1D9}" type="pres">
      <dgm:prSet presAssocID="{1700CAF1-3A18-4581-8E79-EEEB8D9C197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3E954012-E3AE-4C36-8DC4-EE3BD066E48E}" type="presOf" srcId="{D3B2B2B3-BD58-4CF8-BBD3-04629D5B6FA5}" destId="{265EC766-BB2A-480B-A537-C77966A8562B}" srcOrd="0" destOrd="0" presId="urn:microsoft.com/office/officeart/2018/2/layout/IconVerticalSolidList"/>
    <dgm:cxn modelId="{6EDE5072-DE73-4B01-8D80-0FDD24BB7F52}" srcId="{D3B2B2B3-BD58-4CF8-BBD3-04629D5B6FA5}" destId="{1700CAF1-3A18-4581-8E79-EEEB8D9C1972}" srcOrd="3" destOrd="0" parTransId="{0295CA34-63E3-493D-9ABD-0CCE3E478321}" sibTransId="{9BF5AE7F-F365-4EC9-84B8-88760606556B}"/>
    <dgm:cxn modelId="{F236E6AA-C4E0-46A0-8125-7C3790FFB08B}" type="presOf" srcId="{1700CAF1-3A18-4581-8E79-EEEB8D9C1972}" destId="{C7A53F47-A912-4A72-B22F-A23A9047D1D9}" srcOrd="0" destOrd="0" presId="urn:microsoft.com/office/officeart/2018/2/layout/IconVerticalSolidList"/>
    <dgm:cxn modelId="{005EBFB9-0706-4A60-A7B4-AF874C0DC242}" srcId="{D3B2B2B3-BD58-4CF8-BBD3-04629D5B6FA5}" destId="{111F5B68-3DB4-4A59-BC05-D131EA778911}" srcOrd="2" destOrd="0" parTransId="{9D32AB58-C245-48D1-92FB-4C17B290B155}" sibTransId="{2378BD52-A5C7-4B38-8352-7E525872B3B5}"/>
    <dgm:cxn modelId="{DBA197BD-B83C-4984-B3D6-652708C672CA}" type="presOf" srcId="{5A41F1C3-A0C1-4CB1-A133-4C68CAFE12E4}" destId="{71B50DAD-040B-4390-A771-6AE26FA71BB6}" srcOrd="0" destOrd="0" presId="urn:microsoft.com/office/officeart/2018/2/layout/IconVerticalSolidList"/>
    <dgm:cxn modelId="{4838D2DE-0500-471D-84CD-4BB96CFCAC08}" srcId="{D3B2B2B3-BD58-4CF8-BBD3-04629D5B6FA5}" destId="{4B52599A-BDD2-403B-9273-172CF293FC47}" srcOrd="1" destOrd="0" parTransId="{F9AC82B7-5F1A-4C6D-BFBE-6A566221FAE3}" sibTransId="{541F725E-A286-40A0-BD07-E79759639529}"/>
    <dgm:cxn modelId="{61785AEE-9B8A-46BD-8655-4BE6358BD56B}" type="presOf" srcId="{4B52599A-BDD2-403B-9273-172CF293FC47}" destId="{BE5758CB-8270-4E91-829C-148B3CE22913}" srcOrd="0" destOrd="0" presId="urn:microsoft.com/office/officeart/2018/2/layout/IconVerticalSolidList"/>
    <dgm:cxn modelId="{4B4175F5-1E26-441F-B85C-4091493F3529}" srcId="{D3B2B2B3-BD58-4CF8-BBD3-04629D5B6FA5}" destId="{5A41F1C3-A0C1-4CB1-A133-4C68CAFE12E4}" srcOrd="0" destOrd="0" parTransId="{DC40E771-A315-49A5-A9D9-4D959F894FCE}" sibTransId="{5C73A85A-93F1-47F3-BF6A-6BF63CBF53D1}"/>
    <dgm:cxn modelId="{A51E05F8-992A-450A-B893-69E3D6FEC717}" type="presOf" srcId="{111F5B68-3DB4-4A59-BC05-D131EA778911}" destId="{99081773-A7F9-460E-B230-0A3D88934007}" srcOrd="0" destOrd="0" presId="urn:microsoft.com/office/officeart/2018/2/layout/IconVerticalSolidList"/>
    <dgm:cxn modelId="{3B11CCE1-CFB1-4DBC-898B-22E3573314E9}" type="presParOf" srcId="{265EC766-BB2A-480B-A537-C77966A8562B}" destId="{AD2F0606-FF94-4454-A773-4270ECA40103}" srcOrd="0" destOrd="0" presId="urn:microsoft.com/office/officeart/2018/2/layout/IconVerticalSolidList"/>
    <dgm:cxn modelId="{5F215B0E-1773-4AC2-A61F-00B500386433}" type="presParOf" srcId="{AD2F0606-FF94-4454-A773-4270ECA40103}" destId="{D76D5435-A380-4BE4-AE82-215247083FD1}" srcOrd="0" destOrd="0" presId="urn:microsoft.com/office/officeart/2018/2/layout/IconVerticalSolidList"/>
    <dgm:cxn modelId="{316E33B5-DE05-41BB-88FA-C25AEFFE0929}" type="presParOf" srcId="{AD2F0606-FF94-4454-A773-4270ECA40103}" destId="{82EF6D8B-8028-4F4D-8BA4-EC3758E4C651}" srcOrd="1" destOrd="0" presId="urn:microsoft.com/office/officeart/2018/2/layout/IconVerticalSolidList"/>
    <dgm:cxn modelId="{9BABAAE4-C2A7-4BEC-9054-3E8F0F1D0C8E}" type="presParOf" srcId="{AD2F0606-FF94-4454-A773-4270ECA40103}" destId="{7FE9CF1B-3FF4-4546-879D-B74A45C72F81}" srcOrd="2" destOrd="0" presId="urn:microsoft.com/office/officeart/2018/2/layout/IconVerticalSolidList"/>
    <dgm:cxn modelId="{4908112A-F9A1-4AFD-BE17-22032033D03B}" type="presParOf" srcId="{AD2F0606-FF94-4454-A773-4270ECA40103}" destId="{71B50DAD-040B-4390-A771-6AE26FA71BB6}" srcOrd="3" destOrd="0" presId="urn:microsoft.com/office/officeart/2018/2/layout/IconVerticalSolidList"/>
    <dgm:cxn modelId="{21B82B75-81FF-4E70-99FC-10B3C5E6F087}" type="presParOf" srcId="{265EC766-BB2A-480B-A537-C77966A8562B}" destId="{B2D65D79-9C40-4095-AD5D-0CF904B2D35C}" srcOrd="1" destOrd="0" presId="urn:microsoft.com/office/officeart/2018/2/layout/IconVerticalSolidList"/>
    <dgm:cxn modelId="{36712FF5-C6AD-4662-A7EF-586A837144F0}" type="presParOf" srcId="{265EC766-BB2A-480B-A537-C77966A8562B}" destId="{8B3FD265-B425-4807-AB1A-04C592888ADC}" srcOrd="2" destOrd="0" presId="urn:microsoft.com/office/officeart/2018/2/layout/IconVerticalSolidList"/>
    <dgm:cxn modelId="{40B1A363-7198-45D4-B8EC-B62A462D7B8F}" type="presParOf" srcId="{8B3FD265-B425-4807-AB1A-04C592888ADC}" destId="{64AE3F7D-0350-4229-BACB-ACB6C778C363}" srcOrd="0" destOrd="0" presId="urn:microsoft.com/office/officeart/2018/2/layout/IconVerticalSolidList"/>
    <dgm:cxn modelId="{1C322811-B3FC-4A57-BC23-248605ECBBC1}" type="presParOf" srcId="{8B3FD265-B425-4807-AB1A-04C592888ADC}" destId="{AD5DAA21-DD79-4E07-9307-87B42B099456}" srcOrd="1" destOrd="0" presId="urn:microsoft.com/office/officeart/2018/2/layout/IconVerticalSolidList"/>
    <dgm:cxn modelId="{65415EEA-4F1F-4E8C-9D84-F7A15CEDBF18}" type="presParOf" srcId="{8B3FD265-B425-4807-AB1A-04C592888ADC}" destId="{B2F83786-FEB4-4421-86D5-866A1219EA61}" srcOrd="2" destOrd="0" presId="urn:microsoft.com/office/officeart/2018/2/layout/IconVerticalSolidList"/>
    <dgm:cxn modelId="{22D555D4-EC47-438C-BE57-7F722469A3A3}" type="presParOf" srcId="{8B3FD265-B425-4807-AB1A-04C592888ADC}" destId="{BE5758CB-8270-4E91-829C-148B3CE22913}" srcOrd="3" destOrd="0" presId="urn:microsoft.com/office/officeart/2018/2/layout/IconVerticalSolidList"/>
    <dgm:cxn modelId="{4FA7D7E4-2ADD-4BD8-9DA7-C3A825079470}" type="presParOf" srcId="{265EC766-BB2A-480B-A537-C77966A8562B}" destId="{E4B36EF6-9D86-438A-8FD5-E8EEDC3EB3DA}" srcOrd="3" destOrd="0" presId="urn:microsoft.com/office/officeart/2018/2/layout/IconVerticalSolidList"/>
    <dgm:cxn modelId="{905060B7-6568-4AF1-81F1-33717AC8A443}" type="presParOf" srcId="{265EC766-BB2A-480B-A537-C77966A8562B}" destId="{FC540F53-3A90-43F6-B96E-5DEDECE39D46}" srcOrd="4" destOrd="0" presId="urn:microsoft.com/office/officeart/2018/2/layout/IconVerticalSolidList"/>
    <dgm:cxn modelId="{491AFB5E-7C86-4620-AC5F-F08EF16F5D6A}" type="presParOf" srcId="{FC540F53-3A90-43F6-B96E-5DEDECE39D46}" destId="{DA1FAAFE-65A9-4376-8453-5C23741D2407}" srcOrd="0" destOrd="0" presId="urn:microsoft.com/office/officeart/2018/2/layout/IconVerticalSolidList"/>
    <dgm:cxn modelId="{3EC66D4A-BF01-45F3-B62C-23B91DCACEFF}" type="presParOf" srcId="{FC540F53-3A90-43F6-B96E-5DEDECE39D46}" destId="{D61DADE6-C1FE-40D1-A375-7CF665A84243}" srcOrd="1" destOrd="0" presId="urn:microsoft.com/office/officeart/2018/2/layout/IconVerticalSolidList"/>
    <dgm:cxn modelId="{684AB4B5-4ABB-4B00-B36E-96C9A16F46AA}" type="presParOf" srcId="{FC540F53-3A90-43F6-B96E-5DEDECE39D46}" destId="{44E42B8A-9876-4007-AE2F-CEEC867AFBAE}" srcOrd="2" destOrd="0" presId="urn:microsoft.com/office/officeart/2018/2/layout/IconVerticalSolidList"/>
    <dgm:cxn modelId="{92DE8717-C30F-4638-A848-6EDEB5BF56C5}" type="presParOf" srcId="{FC540F53-3A90-43F6-B96E-5DEDECE39D46}" destId="{99081773-A7F9-460E-B230-0A3D88934007}" srcOrd="3" destOrd="0" presId="urn:microsoft.com/office/officeart/2018/2/layout/IconVerticalSolidList"/>
    <dgm:cxn modelId="{523FD906-5C54-4C6A-9F06-F1B4D3EB6FD1}" type="presParOf" srcId="{265EC766-BB2A-480B-A537-C77966A8562B}" destId="{EEB5B334-5C68-41B9-A2E5-A1828FE54B86}" srcOrd="5" destOrd="0" presId="urn:microsoft.com/office/officeart/2018/2/layout/IconVerticalSolidList"/>
    <dgm:cxn modelId="{3B70CF2B-4D04-4E62-8926-F9E801DF0CCC}" type="presParOf" srcId="{265EC766-BB2A-480B-A537-C77966A8562B}" destId="{A0399957-B217-4C40-96FA-32A1E84D67DC}" srcOrd="6" destOrd="0" presId="urn:microsoft.com/office/officeart/2018/2/layout/IconVerticalSolidList"/>
    <dgm:cxn modelId="{5BDA4C3C-CF85-4D87-90A3-ECD78858EF12}" type="presParOf" srcId="{A0399957-B217-4C40-96FA-32A1E84D67DC}" destId="{1BEF1E48-35F3-4771-9DF1-B876286D6012}" srcOrd="0" destOrd="0" presId="urn:microsoft.com/office/officeart/2018/2/layout/IconVerticalSolidList"/>
    <dgm:cxn modelId="{50DB61E0-FF57-4C6B-873A-5B74E2EFB8CE}" type="presParOf" srcId="{A0399957-B217-4C40-96FA-32A1E84D67DC}" destId="{0D8658C7-3682-4FD1-A0CE-7E5A2CBB1983}" srcOrd="1" destOrd="0" presId="urn:microsoft.com/office/officeart/2018/2/layout/IconVerticalSolidList"/>
    <dgm:cxn modelId="{AC4814A6-36BF-4317-B6FA-734FD2C7229F}" type="presParOf" srcId="{A0399957-B217-4C40-96FA-32A1E84D67DC}" destId="{2298030F-0BC4-4EDE-A99E-456DD7795761}" srcOrd="2" destOrd="0" presId="urn:microsoft.com/office/officeart/2018/2/layout/IconVerticalSolidList"/>
    <dgm:cxn modelId="{0609FDA2-BA90-49CD-BD13-24C2A4CC7D26}" type="presParOf" srcId="{A0399957-B217-4C40-96FA-32A1E84D67DC}" destId="{C7A53F47-A912-4A72-B22F-A23A9047D1D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B8E0EA3-790F-4D22-A0CB-26770D62D70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5409DBF-A740-43C7-B0D6-5CF81B7CF96E}">
      <dgm:prSet custT="1"/>
      <dgm:spPr/>
      <dgm:t>
        <a:bodyPr/>
        <a:lstStyle/>
        <a:p>
          <a:r>
            <a:rPr lang="en-US" sz="2300"/>
            <a:t>Convenience sampling may restrict broader statistical generalizability.</a:t>
          </a:r>
        </a:p>
      </dgm:t>
    </dgm:pt>
    <dgm:pt modelId="{580DFFE2-767C-41F5-88A3-49D590A7F57C}" type="parTrans" cxnId="{F9420568-5F6F-4C30-AE92-07D4E50BD074}">
      <dgm:prSet/>
      <dgm:spPr/>
      <dgm:t>
        <a:bodyPr/>
        <a:lstStyle/>
        <a:p>
          <a:endParaRPr lang="en-US" sz="1800"/>
        </a:p>
      </dgm:t>
    </dgm:pt>
    <dgm:pt modelId="{8EEEF677-3622-4EE8-987E-C882D309E329}" type="sibTrans" cxnId="{F9420568-5F6F-4C30-AE92-07D4E50BD074}">
      <dgm:prSet/>
      <dgm:spPr/>
      <dgm:t>
        <a:bodyPr/>
        <a:lstStyle/>
        <a:p>
          <a:endParaRPr lang="en-US" sz="1800"/>
        </a:p>
      </dgm:t>
    </dgm:pt>
    <dgm:pt modelId="{9CCE0951-1D5A-4441-83A0-E4927E1DC5C5}">
      <dgm:prSet custT="1"/>
      <dgm:spPr/>
      <dgm:t>
        <a:bodyPr/>
        <a:lstStyle/>
        <a:p>
          <a:r>
            <a:rPr lang="en-US" sz="2300"/>
            <a:t>The study relies primarily on self-reported perceptions of graduates.</a:t>
          </a:r>
        </a:p>
      </dgm:t>
    </dgm:pt>
    <dgm:pt modelId="{F86895C7-FE9B-4365-8EC7-33457E3F4F3C}" type="parTrans" cxnId="{A418562D-7054-44E8-90B0-B44447FB36AC}">
      <dgm:prSet/>
      <dgm:spPr/>
      <dgm:t>
        <a:bodyPr/>
        <a:lstStyle/>
        <a:p>
          <a:endParaRPr lang="en-US" sz="1800"/>
        </a:p>
      </dgm:t>
    </dgm:pt>
    <dgm:pt modelId="{CD58994C-C81E-42A3-9BB1-FFE18B210DB1}" type="sibTrans" cxnId="{A418562D-7054-44E8-90B0-B44447FB36AC}">
      <dgm:prSet/>
      <dgm:spPr/>
      <dgm:t>
        <a:bodyPr/>
        <a:lstStyle/>
        <a:p>
          <a:endParaRPr lang="en-US" sz="1800"/>
        </a:p>
      </dgm:t>
    </dgm:pt>
    <dgm:pt modelId="{35B64087-458A-4B40-9E99-1DFF5B65996A}">
      <dgm:prSet custT="1"/>
      <dgm:spPr/>
      <dgm:t>
        <a:bodyPr/>
        <a:lstStyle/>
        <a:p>
          <a:r>
            <a:rPr lang="en-US" sz="2300"/>
            <a:t>Conduct larger-scale studies integrating direct employer feedback.</a:t>
          </a:r>
        </a:p>
      </dgm:t>
    </dgm:pt>
    <dgm:pt modelId="{F01C2095-6585-401F-890D-E037BF4030A1}" type="parTrans" cxnId="{2CE44814-126E-49AC-8B67-3A379FB8806E}">
      <dgm:prSet/>
      <dgm:spPr/>
      <dgm:t>
        <a:bodyPr/>
        <a:lstStyle/>
        <a:p>
          <a:endParaRPr lang="en-US" sz="1800"/>
        </a:p>
      </dgm:t>
    </dgm:pt>
    <dgm:pt modelId="{596D8331-AF6F-4FB3-9AD5-AB8E3825F0EC}" type="sibTrans" cxnId="{2CE44814-126E-49AC-8B67-3A379FB8806E}">
      <dgm:prSet/>
      <dgm:spPr/>
      <dgm:t>
        <a:bodyPr/>
        <a:lstStyle/>
        <a:p>
          <a:endParaRPr lang="en-US" sz="1800"/>
        </a:p>
      </dgm:t>
    </dgm:pt>
    <dgm:pt modelId="{7899D8C9-E6FC-42A1-B798-8E7A7DA69904}">
      <dgm:prSet custT="1"/>
      <dgm:spPr/>
      <dgm:t>
        <a:bodyPr/>
        <a:lstStyle/>
        <a:p>
          <a:r>
            <a:rPr lang="en-US" sz="2300"/>
            <a:t>Analyze the long-term impact of specific curriculum changes.</a:t>
          </a:r>
        </a:p>
      </dgm:t>
    </dgm:pt>
    <dgm:pt modelId="{1E8D07DB-B530-4927-97D6-9DA059C22C8E}" type="parTrans" cxnId="{A0539B8F-B2F8-451F-BFD9-3E4D389BEF94}">
      <dgm:prSet/>
      <dgm:spPr/>
      <dgm:t>
        <a:bodyPr/>
        <a:lstStyle/>
        <a:p>
          <a:endParaRPr lang="en-US" sz="1800"/>
        </a:p>
      </dgm:t>
    </dgm:pt>
    <dgm:pt modelId="{C5B88E2B-1730-4E72-B9DD-BA7C7B69410A}" type="sibTrans" cxnId="{A0539B8F-B2F8-451F-BFD9-3E4D389BEF94}">
      <dgm:prSet/>
      <dgm:spPr/>
      <dgm:t>
        <a:bodyPr/>
        <a:lstStyle/>
        <a:p>
          <a:endParaRPr lang="en-US" sz="1800"/>
        </a:p>
      </dgm:t>
    </dgm:pt>
    <dgm:pt modelId="{9DB33A62-5278-42E2-9132-9C0987B59A74}" type="pres">
      <dgm:prSet presAssocID="{4B8E0EA3-790F-4D22-A0CB-26770D62D706}" presName="root" presStyleCnt="0">
        <dgm:presLayoutVars>
          <dgm:dir/>
          <dgm:resizeHandles val="exact"/>
        </dgm:presLayoutVars>
      </dgm:prSet>
      <dgm:spPr/>
    </dgm:pt>
    <dgm:pt modelId="{F52A493E-095C-462C-9FCD-004EB05A744F}" type="pres">
      <dgm:prSet presAssocID="{45409DBF-A740-43C7-B0D6-5CF81B7CF96E}" presName="compNode" presStyleCnt="0"/>
      <dgm:spPr/>
    </dgm:pt>
    <dgm:pt modelId="{02BA9791-5DCC-4CB8-958A-F1197BDEDC52}" type="pres">
      <dgm:prSet presAssocID="{45409DBF-A740-43C7-B0D6-5CF81B7CF96E}" presName="bgRect" presStyleLbl="bgShp" presStyleIdx="0" presStyleCnt="4"/>
      <dgm:spPr/>
    </dgm:pt>
    <dgm:pt modelId="{DD0CC7FB-C4CE-4599-9EED-45A9E6CDC4C3}" type="pres">
      <dgm:prSet presAssocID="{45409DBF-A740-43C7-B0D6-5CF81B7CF96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CF556DFB-88FB-432A-98E2-7EADE06C24A8}" type="pres">
      <dgm:prSet presAssocID="{45409DBF-A740-43C7-B0D6-5CF81B7CF96E}" presName="spaceRect" presStyleCnt="0"/>
      <dgm:spPr/>
    </dgm:pt>
    <dgm:pt modelId="{0691CBA4-414A-4F5B-BF5A-8C075FE82135}" type="pres">
      <dgm:prSet presAssocID="{45409DBF-A740-43C7-B0D6-5CF81B7CF96E}" presName="parTx" presStyleLbl="revTx" presStyleIdx="0" presStyleCnt="4">
        <dgm:presLayoutVars>
          <dgm:chMax val="0"/>
          <dgm:chPref val="0"/>
        </dgm:presLayoutVars>
      </dgm:prSet>
      <dgm:spPr/>
    </dgm:pt>
    <dgm:pt modelId="{039E8FE7-A095-428F-9137-E59A730B83BF}" type="pres">
      <dgm:prSet presAssocID="{8EEEF677-3622-4EE8-987E-C882D309E329}" presName="sibTrans" presStyleCnt="0"/>
      <dgm:spPr/>
    </dgm:pt>
    <dgm:pt modelId="{C961A148-84AE-462F-AEC8-BF29CC0A7604}" type="pres">
      <dgm:prSet presAssocID="{9CCE0951-1D5A-4441-83A0-E4927E1DC5C5}" presName="compNode" presStyleCnt="0"/>
      <dgm:spPr/>
    </dgm:pt>
    <dgm:pt modelId="{37F895D2-BF7D-4F59-B351-FCF7E1BE4D68}" type="pres">
      <dgm:prSet presAssocID="{9CCE0951-1D5A-4441-83A0-E4927E1DC5C5}" presName="bgRect" presStyleLbl="bgShp" presStyleIdx="1" presStyleCnt="4"/>
      <dgm:spPr/>
    </dgm:pt>
    <dgm:pt modelId="{E786EDE4-E463-4A85-B06B-82BE0C3B245F}" type="pres">
      <dgm:prSet presAssocID="{9CCE0951-1D5A-4441-83A0-E4927E1DC5C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aduation Cap"/>
        </a:ext>
      </dgm:extLst>
    </dgm:pt>
    <dgm:pt modelId="{AA2CB004-319E-490F-A6B5-EA88555280C7}" type="pres">
      <dgm:prSet presAssocID="{9CCE0951-1D5A-4441-83A0-E4927E1DC5C5}" presName="spaceRect" presStyleCnt="0"/>
      <dgm:spPr/>
    </dgm:pt>
    <dgm:pt modelId="{006B2318-5999-4813-B146-5B715DCD6E4A}" type="pres">
      <dgm:prSet presAssocID="{9CCE0951-1D5A-4441-83A0-E4927E1DC5C5}" presName="parTx" presStyleLbl="revTx" presStyleIdx="1" presStyleCnt="4">
        <dgm:presLayoutVars>
          <dgm:chMax val="0"/>
          <dgm:chPref val="0"/>
        </dgm:presLayoutVars>
      </dgm:prSet>
      <dgm:spPr/>
    </dgm:pt>
    <dgm:pt modelId="{97C7095E-7AFC-4213-A509-D1BDF72FC4B2}" type="pres">
      <dgm:prSet presAssocID="{CD58994C-C81E-42A3-9BB1-FFE18B210DB1}" presName="sibTrans" presStyleCnt="0"/>
      <dgm:spPr/>
    </dgm:pt>
    <dgm:pt modelId="{5E211095-1CE9-4473-85F6-57B633B4522A}" type="pres">
      <dgm:prSet presAssocID="{35B64087-458A-4B40-9E99-1DFF5B65996A}" presName="compNode" presStyleCnt="0"/>
      <dgm:spPr/>
    </dgm:pt>
    <dgm:pt modelId="{E129C80E-6680-41C4-8F22-43A814F198B7}" type="pres">
      <dgm:prSet presAssocID="{35B64087-458A-4B40-9E99-1DFF5B65996A}" presName="bgRect" presStyleLbl="bgShp" presStyleIdx="2" presStyleCnt="4"/>
      <dgm:spPr/>
    </dgm:pt>
    <dgm:pt modelId="{64FD2957-E516-4297-A22F-D4BA4AF8BD68}" type="pres">
      <dgm:prSet presAssocID="{35B64087-458A-4B40-9E99-1DFF5B65996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ycle with People"/>
        </a:ext>
      </dgm:extLst>
    </dgm:pt>
    <dgm:pt modelId="{18DC661F-2165-46C7-BBEC-45CFFDA96D29}" type="pres">
      <dgm:prSet presAssocID="{35B64087-458A-4B40-9E99-1DFF5B65996A}" presName="spaceRect" presStyleCnt="0"/>
      <dgm:spPr/>
    </dgm:pt>
    <dgm:pt modelId="{AE9B0221-72B3-45A6-8FB7-AE1248160A47}" type="pres">
      <dgm:prSet presAssocID="{35B64087-458A-4B40-9E99-1DFF5B65996A}" presName="parTx" presStyleLbl="revTx" presStyleIdx="2" presStyleCnt="4">
        <dgm:presLayoutVars>
          <dgm:chMax val="0"/>
          <dgm:chPref val="0"/>
        </dgm:presLayoutVars>
      </dgm:prSet>
      <dgm:spPr/>
    </dgm:pt>
    <dgm:pt modelId="{BF9A0D46-1BE3-4108-84BA-F0836FAF5D9D}" type="pres">
      <dgm:prSet presAssocID="{596D8331-AF6F-4FB3-9AD5-AB8E3825F0EC}" presName="sibTrans" presStyleCnt="0"/>
      <dgm:spPr/>
    </dgm:pt>
    <dgm:pt modelId="{53780FBE-06E2-4636-A970-AB65A8DC1C6F}" type="pres">
      <dgm:prSet presAssocID="{7899D8C9-E6FC-42A1-B798-8E7A7DA69904}" presName="compNode" presStyleCnt="0"/>
      <dgm:spPr/>
    </dgm:pt>
    <dgm:pt modelId="{57D31487-B88B-4A3C-8CBE-0F9E90E57317}" type="pres">
      <dgm:prSet presAssocID="{7899D8C9-E6FC-42A1-B798-8E7A7DA69904}" presName="bgRect" presStyleLbl="bgShp" presStyleIdx="3" presStyleCnt="4"/>
      <dgm:spPr/>
    </dgm:pt>
    <dgm:pt modelId="{F656CB04-87EA-4AF1-A140-1C5DA31354BD}" type="pres">
      <dgm:prSet presAssocID="{7899D8C9-E6FC-42A1-B798-8E7A7DA6990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D5E3F2D8-DF78-418A-BCAD-3262C1D6C528}" type="pres">
      <dgm:prSet presAssocID="{7899D8C9-E6FC-42A1-B798-8E7A7DA69904}" presName="spaceRect" presStyleCnt="0"/>
      <dgm:spPr/>
    </dgm:pt>
    <dgm:pt modelId="{4C7001B9-B90D-4EDF-9B4E-F3D9696C7537}" type="pres">
      <dgm:prSet presAssocID="{7899D8C9-E6FC-42A1-B798-8E7A7DA69904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2CE44814-126E-49AC-8B67-3A379FB8806E}" srcId="{4B8E0EA3-790F-4D22-A0CB-26770D62D706}" destId="{35B64087-458A-4B40-9E99-1DFF5B65996A}" srcOrd="2" destOrd="0" parTransId="{F01C2095-6585-401F-890D-E037BF4030A1}" sibTransId="{596D8331-AF6F-4FB3-9AD5-AB8E3825F0EC}"/>
    <dgm:cxn modelId="{A418562D-7054-44E8-90B0-B44447FB36AC}" srcId="{4B8E0EA3-790F-4D22-A0CB-26770D62D706}" destId="{9CCE0951-1D5A-4441-83A0-E4927E1DC5C5}" srcOrd="1" destOrd="0" parTransId="{F86895C7-FE9B-4365-8EC7-33457E3F4F3C}" sibTransId="{CD58994C-C81E-42A3-9BB1-FFE18B210DB1}"/>
    <dgm:cxn modelId="{D53E8632-03B8-48FB-9B68-3C02A3C4401C}" type="presOf" srcId="{45409DBF-A740-43C7-B0D6-5CF81B7CF96E}" destId="{0691CBA4-414A-4F5B-BF5A-8C075FE82135}" srcOrd="0" destOrd="0" presId="urn:microsoft.com/office/officeart/2018/2/layout/IconVerticalSolidList"/>
    <dgm:cxn modelId="{F9420568-5F6F-4C30-AE92-07D4E50BD074}" srcId="{4B8E0EA3-790F-4D22-A0CB-26770D62D706}" destId="{45409DBF-A740-43C7-B0D6-5CF81B7CF96E}" srcOrd="0" destOrd="0" parTransId="{580DFFE2-767C-41F5-88A3-49D590A7F57C}" sibTransId="{8EEEF677-3622-4EE8-987E-C882D309E329}"/>
    <dgm:cxn modelId="{683D8A4E-B6F2-4149-AA76-5265890C6EB4}" type="presOf" srcId="{9CCE0951-1D5A-4441-83A0-E4927E1DC5C5}" destId="{006B2318-5999-4813-B146-5B715DCD6E4A}" srcOrd="0" destOrd="0" presId="urn:microsoft.com/office/officeart/2018/2/layout/IconVerticalSolidList"/>
    <dgm:cxn modelId="{7CD67F55-7930-431D-8C7C-A59649FD2E69}" type="presOf" srcId="{35B64087-458A-4B40-9E99-1DFF5B65996A}" destId="{AE9B0221-72B3-45A6-8FB7-AE1248160A47}" srcOrd="0" destOrd="0" presId="urn:microsoft.com/office/officeart/2018/2/layout/IconVerticalSolidList"/>
    <dgm:cxn modelId="{A0539B8F-B2F8-451F-BFD9-3E4D389BEF94}" srcId="{4B8E0EA3-790F-4D22-A0CB-26770D62D706}" destId="{7899D8C9-E6FC-42A1-B798-8E7A7DA69904}" srcOrd="3" destOrd="0" parTransId="{1E8D07DB-B530-4927-97D6-9DA059C22C8E}" sibTransId="{C5B88E2B-1730-4E72-B9DD-BA7C7B69410A}"/>
    <dgm:cxn modelId="{812669D7-55B1-45C5-97F4-837DD2C4CAE9}" type="presOf" srcId="{7899D8C9-E6FC-42A1-B798-8E7A7DA69904}" destId="{4C7001B9-B90D-4EDF-9B4E-F3D9696C7537}" srcOrd="0" destOrd="0" presId="urn:microsoft.com/office/officeart/2018/2/layout/IconVerticalSolidList"/>
    <dgm:cxn modelId="{8E628BFA-5DAB-47EF-BAFD-4733204CFA4D}" type="presOf" srcId="{4B8E0EA3-790F-4D22-A0CB-26770D62D706}" destId="{9DB33A62-5278-42E2-9132-9C0987B59A74}" srcOrd="0" destOrd="0" presId="urn:microsoft.com/office/officeart/2018/2/layout/IconVerticalSolidList"/>
    <dgm:cxn modelId="{47877AB0-C3C7-404F-B730-18DD888D84B1}" type="presParOf" srcId="{9DB33A62-5278-42E2-9132-9C0987B59A74}" destId="{F52A493E-095C-462C-9FCD-004EB05A744F}" srcOrd="0" destOrd="0" presId="urn:microsoft.com/office/officeart/2018/2/layout/IconVerticalSolidList"/>
    <dgm:cxn modelId="{6A748F21-A2F1-4648-A238-A230057CD23A}" type="presParOf" srcId="{F52A493E-095C-462C-9FCD-004EB05A744F}" destId="{02BA9791-5DCC-4CB8-958A-F1197BDEDC52}" srcOrd="0" destOrd="0" presId="urn:microsoft.com/office/officeart/2018/2/layout/IconVerticalSolidList"/>
    <dgm:cxn modelId="{729E6634-E5DE-4A7F-9B0A-88D929199E5E}" type="presParOf" srcId="{F52A493E-095C-462C-9FCD-004EB05A744F}" destId="{DD0CC7FB-C4CE-4599-9EED-45A9E6CDC4C3}" srcOrd="1" destOrd="0" presId="urn:microsoft.com/office/officeart/2018/2/layout/IconVerticalSolidList"/>
    <dgm:cxn modelId="{B916F261-19DA-4AA7-8A13-B3FC71F048F5}" type="presParOf" srcId="{F52A493E-095C-462C-9FCD-004EB05A744F}" destId="{CF556DFB-88FB-432A-98E2-7EADE06C24A8}" srcOrd="2" destOrd="0" presId="urn:microsoft.com/office/officeart/2018/2/layout/IconVerticalSolidList"/>
    <dgm:cxn modelId="{BF6695B7-1FCE-494F-8788-5D880E0D6295}" type="presParOf" srcId="{F52A493E-095C-462C-9FCD-004EB05A744F}" destId="{0691CBA4-414A-4F5B-BF5A-8C075FE82135}" srcOrd="3" destOrd="0" presId="urn:microsoft.com/office/officeart/2018/2/layout/IconVerticalSolidList"/>
    <dgm:cxn modelId="{0B8855AE-10A5-43FE-AEE3-CA5AD7BE04E0}" type="presParOf" srcId="{9DB33A62-5278-42E2-9132-9C0987B59A74}" destId="{039E8FE7-A095-428F-9137-E59A730B83BF}" srcOrd="1" destOrd="0" presId="urn:microsoft.com/office/officeart/2018/2/layout/IconVerticalSolidList"/>
    <dgm:cxn modelId="{E03D9817-C449-4734-A065-F951F7EEE3B4}" type="presParOf" srcId="{9DB33A62-5278-42E2-9132-9C0987B59A74}" destId="{C961A148-84AE-462F-AEC8-BF29CC0A7604}" srcOrd="2" destOrd="0" presId="urn:microsoft.com/office/officeart/2018/2/layout/IconVerticalSolidList"/>
    <dgm:cxn modelId="{0E627535-F5D2-4D1F-9BAF-EEC03FB80692}" type="presParOf" srcId="{C961A148-84AE-462F-AEC8-BF29CC0A7604}" destId="{37F895D2-BF7D-4F59-B351-FCF7E1BE4D68}" srcOrd="0" destOrd="0" presId="urn:microsoft.com/office/officeart/2018/2/layout/IconVerticalSolidList"/>
    <dgm:cxn modelId="{676786D5-BE17-4C75-BE2B-2ED85F1D0675}" type="presParOf" srcId="{C961A148-84AE-462F-AEC8-BF29CC0A7604}" destId="{E786EDE4-E463-4A85-B06B-82BE0C3B245F}" srcOrd="1" destOrd="0" presId="urn:microsoft.com/office/officeart/2018/2/layout/IconVerticalSolidList"/>
    <dgm:cxn modelId="{5984A2C9-AE73-4130-BAAE-D2DA063398D2}" type="presParOf" srcId="{C961A148-84AE-462F-AEC8-BF29CC0A7604}" destId="{AA2CB004-319E-490F-A6B5-EA88555280C7}" srcOrd="2" destOrd="0" presId="urn:microsoft.com/office/officeart/2018/2/layout/IconVerticalSolidList"/>
    <dgm:cxn modelId="{8F8BAA2C-1AD2-4223-ABE0-562E625AD1AE}" type="presParOf" srcId="{C961A148-84AE-462F-AEC8-BF29CC0A7604}" destId="{006B2318-5999-4813-B146-5B715DCD6E4A}" srcOrd="3" destOrd="0" presId="urn:microsoft.com/office/officeart/2018/2/layout/IconVerticalSolidList"/>
    <dgm:cxn modelId="{D08623D5-3673-4306-AF16-514F598725F1}" type="presParOf" srcId="{9DB33A62-5278-42E2-9132-9C0987B59A74}" destId="{97C7095E-7AFC-4213-A509-D1BDF72FC4B2}" srcOrd="3" destOrd="0" presId="urn:microsoft.com/office/officeart/2018/2/layout/IconVerticalSolidList"/>
    <dgm:cxn modelId="{9D782665-D947-4817-A014-59A58F23FDFB}" type="presParOf" srcId="{9DB33A62-5278-42E2-9132-9C0987B59A74}" destId="{5E211095-1CE9-4473-85F6-57B633B4522A}" srcOrd="4" destOrd="0" presId="urn:microsoft.com/office/officeart/2018/2/layout/IconVerticalSolidList"/>
    <dgm:cxn modelId="{6E7C39F9-2453-4D54-92EA-C9F2F17DCF95}" type="presParOf" srcId="{5E211095-1CE9-4473-85F6-57B633B4522A}" destId="{E129C80E-6680-41C4-8F22-43A814F198B7}" srcOrd="0" destOrd="0" presId="urn:microsoft.com/office/officeart/2018/2/layout/IconVerticalSolidList"/>
    <dgm:cxn modelId="{DF963322-0A1E-492A-9A3D-87D11AD0EF72}" type="presParOf" srcId="{5E211095-1CE9-4473-85F6-57B633B4522A}" destId="{64FD2957-E516-4297-A22F-D4BA4AF8BD68}" srcOrd="1" destOrd="0" presId="urn:microsoft.com/office/officeart/2018/2/layout/IconVerticalSolidList"/>
    <dgm:cxn modelId="{BB3C8AF9-33F4-4BDB-BEFB-EB5D3F3EBF59}" type="presParOf" srcId="{5E211095-1CE9-4473-85F6-57B633B4522A}" destId="{18DC661F-2165-46C7-BBEC-45CFFDA96D29}" srcOrd="2" destOrd="0" presId="urn:microsoft.com/office/officeart/2018/2/layout/IconVerticalSolidList"/>
    <dgm:cxn modelId="{AFCCEB30-98A3-462E-A540-3762690E435C}" type="presParOf" srcId="{5E211095-1CE9-4473-85F6-57B633B4522A}" destId="{AE9B0221-72B3-45A6-8FB7-AE1248160A47}" srcOrd="3" destOrd="0" presId="urn:microsoft.com/office/officeart/2018/2/layout/IconVerticalSolidList"/>
    <dgm:cxn modelId="{7A7D93C1-360F-4C24-BABA-90335A804674}" type="presParOf" srcId="{9DB33A62-5278-42E2-9132-9C0987B59A74}" destId="{BF9A0D46-1BE3-4108-84BA-F0836FAF5D9D}" srcOrd="5" destOrd="0" presId="urn:microsoft.com/office/officeart/2018/2/layout/IconVerticalSolidList"/>
    <dgm:cxn modelId="{A19675B0-75D2-4B5C-9289-743B26726D61}" type="presParOf" srcId="{9DB33A62-5278-42E2-9132-9C0987B59A74}" destId="{53780FBE-06E2-4636-A970-AB65A8DC1C6F}" srcOrd="6" destOrd="0" presId="urn:microsoft.com/office/officeart/2018/2/layout/IconVerticalSolidList"/>
    <dgm:cxn modelId="{6B5E16D5-08E3-4954-895B-BD9E594692FC}" type="presParOf" srcId="{53780FBE-06E2-4636-A970-AB65A8DC1C6F}" destId="{57D31487-B88B-4A3C-8CBE-0F9E90E57317}" srcOrd="0" destOrd="0" presId="urn:microsoft.com/office/officeart/2018/2/layout/IconVerticalSolidList"/>
    <dgm:cxn modelId="{425A9979-2528-4564-9FD7-DA497FE62D9D}" type="presParOf" srcId="{53780FBE-06E2-4636-A970-AB65A8DC1C6F}" destId="{F656CB04-87EA-4AF1-A140-1C5DA31354BD}" srcOrd="1" destOrd="0" presId="urn:microsoft.com/office/officeart/2018/2/layout/IconVerticalSolidList"/>
    <dgm:cxn modelId="{401AC94C-7618-445C-97D4-1169792F0BDA}" type="presParOf" srcId="{53780FBE-06E2-4636-A970-AB65A8DC1C6F}" destId="{D5E3F2D8-DF78-418A-BCAD-3262C1D6C528}" srcOrd="2" destOrd="0" presId="urn:microsoft.com/office/officeart/2018/2/layout/IconVerticalSolidList"/>
    <dgm:cxn modelId="{1890BDEB-6069-4EDC-9B67-A1A5EE0FCE88}" type="presParOf" srcId="{53780FBE-06E2-4636-A970-AB65A8DC1C6F}" destId="{4C7001B9-B90D-4EDF-9B4E-F3D9696C753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B31277-828F-41A8-99E2-C8EF8A70B81A}">
      <dsp:nvSpPr>
        <dsp:cNvPr id="0" name=""/>
        <dsp:cNvSpPr/>
      </dsp:nvSpPr>
      <dsp:spPr>
        <a:xfrm>
          <a:off x="0" y="0"/>
          <a:ext cx="642408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B43279-323A-478D-82A7-33B8149B7DB2}">
      <dsp:nvSpPr>
        <dsp:cNvPr id="0" name=""/>
        <dsp:cNvSpPr/>
      </dsp:nvSpPr>
      <dsp:spPr>
        <a:xfrm>
          <a:off x="0" y="0"/>
          <a:ext cx="6424087" cy="519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Introduction</a:t>
          </a:r>
        </a:p>
      </dsp:txBody>
      <dsp:txXfrm>
        <a:off x="0" y="0"/>
        <a:ext cx="6424087" cy="519234"/>
      </dsp:txXfrm>
    </dsp:sp>
    <dsp:sp modelId="{21DC5F91-6E8C-4DC1-AB48-31E5DC6482D9}">
      <dsp:nvSpPr>
        <dsp:cNvPr id="0" name=""/>
        <dsp:cNvSpPr/>
      </dsp:nvSpPr>
      <dsp:spPr>
        <a:xfrm>
          <a:off x="0" y="519234"/>
          <a:ext cx="642408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208D48-937C-4054-B126-36388ED2EC2A}">
      <dsp:nvSpPr>
        <dsp:cNvPr id="0" name=""/>
        <dsp:cNvSpPr/>
      </dsp:nvSpPr>
      <dsp:spPr>
        <a:xfrm>
          <a:off x="0" y="519234"/>
          <a:ext cx="6424087" cy="519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Problem Statement</a:t>
          </a:r>
        </a:p>
      </dsp:txBody>
      <dsp:txXfrm>
        <a:off x="0" y="519234"/>
        <a:ext cx="6424087" cy="519234"/>
      </dsp:txXfrm>
    </dsp:sp>
    <dsp:sp modelId="{11E42974-EFD1-4604-9F08-0D274F209DF3}">
      <dsp:nvSpPr>
        <dsp:cNvPr id="0" name=""/>
        <dsp:cNvSpPr/>
      </dsp:nvSpPr>
      <dsp:spPr>
        <a:xfrm>
          <a:off x="0" y="1038469"/>
          <a:ext cx="642408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2DF5EF-9DFD-4826-BA02-EB79F47274B5}">
      <dsp:nvSpPr>
        <dsp:cNvPr id="0" name=""/>
        <dsp:cNvSpPr/>
      </dsp:nvSpPr>
      <dsp:spPr>
        <a:xfrm>
          <a:off x="0" y="1038469"/>
          <a:ext cx="6424087" cy="519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Objectives</a:t>
          </a:r>
        </a:p>
      </dsp:txBody>
      <dsp:txXfrm>
        <a:off x="0" y="1038469"/>
        <a:ext cx="6424087" cy="519234"/>
      </dsp:txXfrm>
    </dsp:sp>
    <dsp:sp modelId="{30130A27-E724-408A-9EF6-B170BF9D1B8F}">
      <dsp:nvSpPr>
        <dsp:cNvPr id="0" name=""/>
        <dsp:cNvSpPr/>
      </dsp:nvSpPr>
      <dsp:spPr>
        <a:xfrm>
          <a:off x="0" y="1557704"/>
          <a:ext cx="642408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B49BB9-5A68-4DE2-BE8A-D2E6EBD0C281}">
      <dsp:nvSpPr>
        <dsp:cNvPr id="0" name=""/>
        <dsp:cNvSpPr/>
      </dsp:nvSpPr>
      <dsp:spPr>
        <a:xfrm>
          <a:off x="0" y="1557704"/>
          <a:ext cx="6424087" cy="519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Methodology</a:t>
          </a:r>
        </a:p>
      </dsp:txBody>
      <dsp:txXfrm>
        <a:off x="0" y="1557704"/>
        <a:ext cx="6424087" cy="519234"/>
      </dsp:txXfrm>
    </dsp:sp>
    <dsp:sp modelId="{892A4B26-7CD3-440D-A285-4B4DFEDA8B00}">
      <dsp:nvSpPr>
        <dsp:cNvPr id="0" name=""/>
        <dsp:cNvSpPr/>
      </dsp:nvSpPr>
      <dsp:spPr>
        <a:xfrm>
          <a:off x="0" y="2076938"/>
          <a:ext cx="642408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C43D77-CB4B-484D-A6A6-6B760883476F}">
      <dsp:nvSpPr>
        <dsp:cNvPr id="0" name=""/>
        <dsp:cNvSpPr/>
      </dsp:nvSpPr>
      <dsp:spPr>
        <a:xfrm>
          <a:off x="0" y="2076939"/>
          <a:ext cx="6424087" cy="519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Results &amp; Analysis</a:t>
          </a:r>
        </a:p>
      </dsp:txBody>
      <dsp:txXfrm>
        <a:off x="0" y="2076939"/>
        <a:ext cx="6424087" cy="519234"/>
      </dsp:txXfrm>
    </dsp:sp>
    <dsp:sp modelId="{47869158-952E-4119-8487-2D76EB660DAB}">
      <dsp:nvSpPr>
        <dsp:cNvPr id="0" name=""/>
        <dsp:cNvSpPr/>
      </dsp:nvSpPr>
      <dsp:spPr>
        <a:xfrm>
          <a:off x="0" y="2596173"/>
          <a:ext cx="642408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DFF993-7AFF-4DAB-B0CB-7F789DEC34B8}">
      <dsp:nvSpPr>
        <dsp:cNvPr id="0" name=""/>
        <dsp:cNvSpPr/>
      </dsp:nvSpPr>
      <dsp:spPr>
        <a:xfrm>
          <a:off x="0" y="2596173"/>
          <a:ext cx="6424087" cy="519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Discussion &amp; Recommendations</a:t>
          </a:r>
        </a:p>
      </dsp:txBody>
      <dsp:txXfrm>
        <a:off x="0" y="2596173"/>
        <a:ext cx="6424087" cy="519234"/>
      </dsp:txXfrm>
    </dsp:sp>
    <dsp:sp modelId="{606BFCB4-023E-4ED8-B3C9-F1D0EBA65EDB}">
      <dsp:nvSpPr>
        <dsp:cNvPr id="0" name=""/>
        <dsp:cNvSpPr/>
      </dsp:nvSpPr>
      <dsp:spPr>
        <a:xfrm>
          <a:off x="0" y="3115408"/>
          <a:ext cx="642408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B66C74-3676-4363-A1D2-4E3B417D5DA6}">
      <dsp:nvSpPr>
        <dsp:cNvPr id="0" name=""/>
        <dsp:cNvSpPr/>
      </dsp:nvSpPr>
      <dsp:spPr>
        <a:xfrm>
          <a:off x="0" y="3115408"/>
          <a:ext cx="6424087" cy="519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Limitations &amp; Future Work</a:t>
          </a:r>
        </a:p>
      </dsp:txBody>
      <dsp:txXfrm>
        <a:off x="0" y="3115408"/>
        <a:ext cx="6424087" cy="519234"/>
      </dsp:txXfrm>
    </dsp:sp>
    <dsp:sp modelId="{1FD68B40-90B6-4D25-8AE8-25A291AC2805}">
      <dsp:nvSpPr>
        <dsp:cNvPr id="0" name=""/>
        <dsp:cNvSpPr/>
      </dsp:nvSpPr>
      <dsp:spPr>
        <a:xfrm>
          <a:off x="0" y="3634643"/>
          <a:ext cx="642408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BCE078-6A8F-4C3C-8573-3D49929D0D1E}">
      <dsp:nvSpPr>
        <dsp:cNvPr id="0" name=""/>
        <dsp:cNvSpPr/>
      </dsp:nvSpPr>
      <dsp:spPr>
        <a:xfrm>
          <a:off x="0" y="3634643"/>
          <a:ext cx="6424087" cy="519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Conclusion</a:t>
          </a:r>
        </a:p>
      </dsp:txBody>
      <dsp:txXfrm>
        <a:off x="0" y="3634643"/>
        <a:ext cx="6424087" cy="5192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A8E6EE-2B93-4976-84E8-0DB50C36FF5F}">
      <dsp:nvSpPr>
        <dsp:cNvPr id="0" name=""/>
        <dsp:cNvSpPr/>
      </dsp:nvSpPr>
      <dsp:spPr>
        <a:xfrm>
          <a:off x="0" y="1681"/>
          <a:ext cx="8615417" cy="85204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890AFD-1FB8-40CA-AECA-81ECD3C2608E}">
      <dsp:nvSpPr>
        <dsp:cNvPr id="0" name=""/>
        <dsp:cNvSpPr/>
      </dsp:nvSpPr>
      <dsp:spPr>
        <a:xfrm>
          <a:off x="257743" y="193391"/>
          <a:ext cx="468625" cy="4686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2CC900F-99E8-47D4-A3AC-10F7995DEF94}">
      <dsp:nvSpPr>
        <dsp:cNvPr id="0" name=""/>
        <dsp:cNvSpPr/>
      </dsp:nvSpPr>
      <dsp:spPr>
        <a:xfrm>
          <a:off x="984113" y="1681"/>
          <a:ext cx="7631303" cy="852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175" tIns="90175" rIns="90175" bIns="90175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Data Collection:</a:t>
          </a:r>
          <a:r>
            <a:rPr lang="en-US" sz="2100" kern="1200" dirty="0"/>
            <a:t> 14-question structured online survey via Google Forms.  </a:t>
          </a:r>
        </a:p>
      </dsp:txBody>
      <dsp:txXfrm>
        <a:off x="984113" y="1681"/>
        <a:ext cx="7631303" cy="852046"/>
      </dsp:txXfrm>
    </dsp:sp>
    <dsp:sp modelId="{DA15E1B8-D48F-4006-A32C-D0DD2EF3B435}">
      <dsp:nvSpPr>
        <dsp:cNvPr id="0" name=""/>
        <dsp:cNvSpPr/>
      </dsp:nvSpPr>
      <dsp:spPr>
        <a:xfrm>
          <a:off x="0" y="1066738"/>
          <a:ext cx="8615417" cy="85204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1EC6B9-D6D5-4806-82B9-BDB0C7F9F209}">
      <dsp:nvSpPr>
        <dsp:cNvPr id="0" name=""/>
        <dsp:cNvSpPr/>
      </dsp:nvSpPr>
      <dsp:spPr>
        <a:xfrm>
          <a:off x="257743" y="1258449"/>
          <a:ext cx="468625" cy="4686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3715611-EDE2-4D83-BB84-AECA2EF92A91}">
      <dsp:nvSpPr>
        <dsp:cNvPr id="0" name=""/>
        <dsp:cNvSpPr/>
      </dsp:nvSpPr>
      <dsp:spPr>
        <a:xfrm>
          <a:off x="984113" y="1066738"/>
          <a:ext cx="7631303" cy="852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175" tIns="90175" rIns="90175" bIns="90175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Sampling:</a:t>
          </a:r>
          <a:r>
            <a:rPr lang="en-US" sz="2100" kern="1200"/>
            <a:t> Convenience sampling of peers, friends, and young professionals.  </a:t>
          </a:r>
        </a:p>
      </dsp:txBody>
      <dsp:txXfrm>
        <a:off x="984113" y="1066738"/>
        <a:ext cx="7631303" cy="852046"/>
      </dsp:txXfrm>
    </dsp:sp>
    <dsp:sp modelId="{114C8DE0-0AE5-4EDD-8006-A476D2FDE2CB}">
      <dsp:nvSpPr>
        <dsp:cNvPr id="0" name=""/>
        <dsp:cNvSpPr/>
      </dsp:nvSpPr>
      <dsp:spPr>
        <a:xfrm>
          <a:off x="0" y="2131796"/>
          <a:ext cx="8615417" cy="85204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86DCC7-F340-46F9-BC88-E63ACDF4D23E}">
      <dsp:nvSpPr>
        <dsp:cNvPr id="0" name=""/>
        <dsp:cNvSpPr/>
      </dsp:nvSpPr>
      <dsp:spPr>
        <a:xfrm>
          <a:off x="257743" y="2323507"/>
          <a:ext cx="468625" cy="4686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B981ABB-895E-4847-920C-DC7C66393FDF}">
      <dsp:nvSpPr>
        <dsp:cNvPr id="0" name=""/>
        <dsp:cNvSpPr/>
      </dsp:nvSpPr>
      <dsp:spPr>
        <a:xfrm>
          <a:off x="984113" y="2131796"/>
          <a:ext cx="7631303" cy="852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175" tIns="90175" rIns="90175" bIns="90175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Scope:</a:t>
          </a:r>
          <a:r>
            <a:rPr lang="en-US" sz="2100" kern="1200"/>
            <a:t> Evaluated demographics, university learning, and job challenges.  </a:t>
          </a:r>
        </a:p>
      </dsp:txBody>
      <dsp:txXfrm>
        <a:off x="984113" y="2131796"/>
        <a:ext cx="7631303" cy="852046"/>
      </dsp:txXfrm>
    </dsp:sp>
    <dsp:sp modelId="{6328474A-5E8E-49B7-90B1-08B5D4A796B1}">
      <dsp:nvSpPr>
        <dsp:cNvPr id="0" name=""/>
        <dsp:cNvSpPr/>
      </dsp:nvSpPr>
      <dsp:spPr>
        <a:xfrm>
          <a:off x="0" y="3196854"/>
          <a:ext cx="8615417" cy="85204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B43294-EA7D-4C2F-A3D7-61AB4CB611C3}">
      <dsp:nvSpPr>
        <dsp:cNvPr id="0" name=""/>
        <dsp:cNvSpPr/>
      </dsp:nvSpPr>
      <dsp:spPr>
        <a:xfrm>
          <a:off x="257743" y="3388565"/>
          <a:ext cx="468625" cy="46862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9B35405-465E-4515-A9F6-8F5AA91728DB}">
      <dsp:nvSpPr>
        <dsp:cNvPr id="0" name=""/>
        <dsp:cNvSpPr/>
      </dsp:nvSpPr>
      <dsp:spPr>
        <a:xfrm>
          <a:off x="984113" y="3196854"/>
          <a:ext cx="7631303" cy="852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175" tIns="90175" rIns="90175" bIns="90175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Goal:</a:t>
          </a:r>
          <a:r>
            <a:rPr lang="en-US" sz="2100" kern="1200"/>
            <a:t> Capture real-world perspectives from those navigating the transition.  </a:t>
          </a:r>
        </a:p>
      </dsp:txBody>
      <dsp:txXfrm>
        <a:off x="984113" y="3196854"/>
        <a:ext cx="7631303" cy="85204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6D5435-A380-4BE4-AE82-215247083FD1}">
      <dsp:nvSpPr>
        <dsp:cNvPr id="0" name=""/>
        <dsp:cNvSpPr/>
      </dsp:nvSpPr>
      <dsp:spPr>
        <a:xfrm>
          <a:off x="0" y="2288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EF6D8B-8028-4F4D-8BA4-EC3758E4C651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B50DAD-040B-4390-A771-6AE26FA71BB6}">
      <dsp:nvSpPr>
        <dsp:cNvPr id="0" name=""/>
        <dsp:cNvSpPr/>
      </dsp:nvSpPr>
      <dsp:spPr>
        <a:xfrm>
          <a:off x="1339618" y="2288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Shift from rote memorization to experiential training.</a:t>
          </a:r>
        </a:p>
      </dsp:txBody>
      <dsp:txXfrm>
        <a:off x="1339618" y="2288"/>
        <a:ext cx="5024605" cy="1159843"/>
      </dsp:txXfrm>
    </dsp:sp>
    <dsp:sp modelId="{64AE3F7D-0350-4229-BACB-ACB6C778C363}">
      <dsp:nvSpPr>
        <dsp:cNvPr id="0" name=""/>
        <dsp:cNvSpPr/>
      </dsp:nvSpPr>
      <dsp:spPr>
        <a:xfrm>
          <a:off x="0" y="1452092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5DAA21-DD79-4E07-9307-87B42B099456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5758CB-8270-4E91-829C-148B3CE22913}">
      <dsp:nvSpPr>
        <dsp:cNvPr id="0" name=""/>
        <dsp:cNvSpPr/>
      </dsp:nvSpPr>
      <dsp:spPr>
        <a:xfrm>
          <a:off x="1339618" y="1452092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Continuously update syllabi to match industry trends.</a:t>
          </a:r>
        </a:p>
      </dsp:txBody>
      <dsp:txXfrm>
        <a:off x="1339618" y="1452092"/>
        <a:ext cx="5024605" cy="1159843"/>
      </dsp:txXfrm>
    </dsp:sp>
    <dsp:sp modelId="{DA1FAAFE-65A9-4376-8453-5C23741D2407}">
      <dsp:nvSpPr>
        <dsp:cNvPr id="0" name=""/>
        <dsp:cNvSpPr/>
      </dsp:nvSpPr>
      <dsp:spPr>
        <a:xfrm>
          <a:off x="0" y="2901896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1DADE6-C1FE-40D1-A375-7CF665A84243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081773-A7F9-460E-B230-0A3D88934007}">
      <dsp:nvSpPr>
        <dsp:cNvPr id="0" name=""/>
        <dsp:cNvSpPr/>
      </dsp:nvSpPr>
      <dsp:spPr>
        <a:xfrm>
          <a:off x="1339618" y="2901896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Forge strong alliances for internships and workshops.</a:t>
          </a:r>
        </a:p>
      </dsp:txBody>
      <dsp:txXfrm>
        <a:off x="1339618" y="2901896"/>
        <a:ext cx="5024605" cy="1159843"/>
      </dsp:txXfrm>
    </dsp:sp>
    <dsp:sp modelId="{1BEF1E48-35F3-4771-9DF1-B876286D6012}">
      <dsp:nvSpPr>
        <dsp:cNvPr id="0" name=""/>
        <dsp:cNvSpPr/>
      </dsp:nvSpPr>
      <dsp:spPr>
        <a:xfrm>
          <a:off x="0" y="4351700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8658C7-3682-4FD1-A0CE-7E5A2CBB1983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A53F47-A912-4A72-B22F-A23A9047D1D9}">
      <dsp:nvSpPr>
        <dsp:cNvPr id="0" name=""/>
        <dsp:cNvSpPr/>
      </dsp:nvSpPr>
      <dsp:spPr>
        <a:xfrm>
          <a:off x="1339618" y="4351700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Make communication and teamwork gradable competencies.</a:t>
          </a:r>
        </a:p>
      </dsp:txBody>
      <dsp:txXfrm>
        <a:off x="1339618" y="4351700"/>
        <a:ext cx="5024605" cy="115984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BA9791-5DCC-4CB8-958A-F1197BDEDC52}">
      <dsp:nvSpPr>
        <dsp:cNvPr id="0" name=""/>
        <dsp:cNvSpPr/>
      </dsp:nvSpPr>
      <dsp:spPr>
        <a:xfrm>
          <a:off x="0" y="2288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0CC7FB-C4CE-4599-9EED-45A9E6CDC4C3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91CBA4-414A-4F5B-BF5A-8C075FE82135}">
      <dsp:nvSpPr>
        <dsp:cNvPr id="0" name=""/>
        <dsp:cNvSpPr/>
      </dsp:nvSpPr>
      <dsp:spPr>
        <a:xfrm>
          <a:off x="1339618" y="2288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Convenience sampling may restrict broader statistical generalizability.</a:t>
          </a:r>
        </a:p>
      </dsp:txBody>
      <dsp:txXfrm>
        <a:off x="1339618" y="2288"/>
        <a:ext cx="5024605" cy="1159843"/>
      </dsp:txXfrm>
    </dsp:sp>
    <dsp:sp modelId="{37F895D2-BF7D-4F59-B351-FCF7E1BE4D68}">
      <dsp:nvSpPr>
        <dsp:cNvPr id="0" name=""/>
        <dsp:cNvSpPr/>
      </dsp:nvSpPr>
      <dsp:spPr>
        <a:xfrm>
          <a:off x="0" y="1452092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86EDE4-E463-4A85-B06B-82BE0C3B245F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6B2318-5999-4813-B146-5B715DCD6E4A}">
      <dsp:nvSpPr>
        <dsp:cNvPr id="0" name=""/>
        <dsp:cNvSpPr/>
      </dsp:nvSpPr>
      <dsp:spPr>
        <a:xfrm>
          <a:off x="1339618" y="1452092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The study relies primarily on self-reported perceptions of graduates.</a:t>
          </a:r>
        </a:p>
      </dsp:txBody>
      <dsp:txXfrm>
        <a:off x="1339618" y="1452092"/>
        <a:ext cx="5024605" cy="1159843"/>
      </dsp:txXfrm>
    </dsp:sp>
    <dsp:sp modelId="{E129C80E-6680-41C4-8F22-43A814F198B7}">
      <dsp:nvSpPr>
        <dsp:cNvPr id="0" name=""/>
        <dsp:cNvSpPr/>
      </dsp:nvSpPr>
      <dsp:spPr>
        <a:xfrm>
          <a:off x="0" y="2901896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FD2957-E516-4297-A22F-D4BA4AF8BD68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9B0221-72B3-45A6-8FB7-AE1248160A47}">
      <dsp:nvSpPr>
        <dsp:cNvPr id="0" name=""/>
        <dsp:cNvSpPr/>
      </dsp:nvSpPr>
      <dsp:spPr>
        <a:xfrm>
          <a:off x="1339618" y="2901896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Conduct larger-scale studies integrating direct employer feedback.</a:t>
          </a:r>
        </a:p>
      </dsp:txBody>
      <dsp:txXfrm>
        <a:off x="1339618" y="2901896"/>
        <a:ext cx="5024605" cy="1159843"/>
      </dsp:txXfrm>
    </dsp:sp>
    <dsp:sp modelId="{57D31487-B88B-4A3C-8CBE-0F9E90E57317}">
      <dsp:nvSpPr>
        <dsp:cNvPr id="0" name=""/>
        <dsp:cNvSpPr/>
      </dsp:nvSpPr>
      <dsp:spPr>
        <a:xfrm>
          <a:off x="0" y="4351700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56CB04-87EA-4AF1-A140-1C5DA31354BD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7001B9-B90D-4EDF-9B4E-F3D9696C7537}">
      <dsp:nvSpPr>
        <dsp:cNvPr id="0" name=""/>
        <dsp:cNvSpPr/>
      </dsp:nvSpPr>
      <dsp:spPr>
        <a:xfrm>
          <a:off x="1339618" y="4351700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Analyze the long-term impact of specific curriculum changes.</a:t>
          </a:r>
        </a:p>
      </dsp:txBody>
      <dsp:txXfrm>
        <a:off x="1339618" y="4351700"/>
        <a:ext cx="5024605" cy="11598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8B4662-322B-4712-8D1A-8624ABBE152C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3929FF-658E-47E1-9918-C8493570C8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202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3929FF-658E-47E1-9918-C8493570C8C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404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3929FF-658E-47E1-9918-C8493570C8C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244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2890E-1869-7C86-B645-CCA52FBADF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122B4A-3E2D-9643-DC23-12ADA47E7B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C86491-2BEA-0787-F45E-B0A51FCF8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7A83C-8BDB-4DB3-94D4-9D26411966CA}" type="datetimeFigureOut">
              <a:rPr lang="en-SG" smtClean="0"/>
              <a:t>6/5/2026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82E2C6-CC3A-9DCD-2559-8BACB3EBB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3FE863-F97F-F9F1-A4D3-059552D6E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92C2A-87EE-4017-88CB-66B55E0FF41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32744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5BA6A-B36F-3144-55C4-F22B02855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9C8440-C4D0-79BE-C5E9-7742DCA205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B90C6B-7B38-3A3F-B972-41FB30F96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7A83C-8BDB-4DB3-94D4-9D26411966CA}" type="datetimeFigureOut">
              <a:rPr lang="en-SG" smtClean="0"/>
              <a:t>6/5/2026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9252C3-6D27-9072-2781-A29C786FE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913853-DE9C-2DD7-B48C-324CCEEEB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92C2A-87EE-4017-88CB-66B55E0FF41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82369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A8166-1D12-6417-0C6C-CBA5F5602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BD4D0C-7835-C543-EA85-E18D4E7DBA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AC2736-0526-8721-1577-3DE517546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7A83C-8BDB-4DB3-94D4-9D26411966CA}" type="datetimeFigureOut">
              <a:rPr lang="en-SG" smtClean="0"/>
              <a:t>6/5/2026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38F4C0-C462-F84E-1A41-0146405DE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C587E-9E3F-7C23-5285-B00C83CDF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92C2A-87EE-4017-88CB-66B55E0FF41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16235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20B71-A2E3-81B5-8457-6377EA589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EEAD1-D5AD-A912-C2BE-AC4C714E73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1065AA-2817-4CEE-943F-7A5CF61DE9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5092C4-BD03-0FA5-E079-FFA9194AE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7A83C-8BDB-4DB3-94D4-9D26411966CA}" type="datetimeFigureOut">
              <a:rPr lang="en-SG" smtClean="0"/>
              <a:t>6/5/2026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A0FE0A-67FA-9656-84BC-E449E7C5A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242CD6-7E8B-27A0-C39C-8B068961C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92C2A-87EE-4017-88CB-66B55E0FF41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99310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2F426-4455-F7A9-9AB6-9B6C50FCA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6AC45B-4349-E098-0726-F4AB12A1AC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66F852-5168-6431-8D32-5EC7520ED6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AF34BE-7960-57AF-1234-64E607449D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F24EA6-14E4-9599-6687-C2279CB425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4BE078-83D7-1254-7061-7ACAF3A1F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7A83C-8BDB-4DB3-94D4-9D26411966CA}" type="datetimeFigureOut">
              <a:rPr lang="en-SG" smtClean="0"/>
              <a:t>6/5/2026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B83E7B-22A1-5E7F-3D01-D7AFD3FC0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1B1280-0652-FAAD-F821-39CB94885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92C2A-87EE-4017-88CB-66B55E0FF41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4740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F75EC-2EFF-44AB-EBD3-85604F5A8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CE2497-21FE-6768-8033-4154762D2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7A83C-8BDB-4DB3-94D4-9D26411966CA}" type="datetimeFigureOut">
              <a:rPr lang="en-SG" smtClean="0"/>
              <a:t>6/5/2026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B39CEA-969F-2706-80E7-9947A5ED2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865175-FB45-EAD4-39A1-BC37898AB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92C2A-87EE-4017-88CB-66B55E0FF41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02893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BA346C-C615-7623-1D6E-3065077B2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7A83C-8BDB-4DB3-94D4-9D26411966CA}" type="datetimeFigureOut">
              <a:rPr lang="en-SG" smtClean="0"/>
              <a:t>6/5/2026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E0C714-A022-240E-C35F-AFBB64A01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90B257-F060-CF94-D679-D060BD18B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92C2A-87EE-4017-88CB-66B55E0FF41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53142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E6B4E-7145-D47E-569E-5FC9754B3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1C287-D83B-0759-6504-EB0E16722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A4D0C4-7656-7C65-7E25-22AB14F152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E135D7-6B1B-4F74-7F99-81C44A237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7A83C-8BDB-4DB3-94D4-9D26411966CA}" type="datetimeFigureOut">
              <a:rPr lang="en-SG" smtClean="0"/>
              <a:t>6/5/2026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23FFAD-5B6E-A8BA-B563-E54D27F84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7B3DD5-E2F1-CCDB-0EF3-775BF632E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92C2A-87EE-4017-88CB-66B55E0FF41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3544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43678-E0B6-4EAC-4C60-42693A7E6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F7FEF0-047D-CA64-B6D3-FECE28F09D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DE1DF9-698B-120C-E974-84CBC69DED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7309FF-3F4C-4690-4B54-977B25161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7A83C-8BDB-4DB3-94D4-9D26411966CA}" type="datetimeFigureOut">
              <a:rPr lang="en-SG" smtClean="0"/>
              <a:t>6/5/2026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AC1FFB-5916-7D1A-711E-C395AC05B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F686D4-98EF-CA19-8158-5BB5E6185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92C2A-87EE-4017-88CB-66B55E0FF41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83835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D6CF2-E654-8346-0C34-BD6505F1B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F19D36-59F4-667D-9F8A-F66F89A07C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51070A-4654-A54E-E7F5-16C1810A5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7A83C-8BDB-4DB3-94D4-9D26411966CA}" type="datetimeFigureOut">
              <a:rPr lang="en-SG" smtClean="0"/>
              <a:t>6/5/2026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A67A75-CA1B-8E06-44C5-92CDE1874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1F8A61-1F5A-89BB-D3B9-F961072E3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92C2A-87EE-4017-88CB-66B55E0FF41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59979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2B08B3-A9D9-7CF4-C9B5-FA1FE61E98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414749-B4AB-D080-9CE1-C69847C97C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A504EE-9EE7-AC88-7858-0CDA33E8E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7A83C-8BDB-4DB3-94D4-9D26411966CA}" type="datetimeFigureOut">
              <a:rPr lang="en-SG" smtClean="0"/>
              <a:t>6/5/2026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E7E64-6516-64B6-7E8F-102A14D4E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DAEE98-2ED7-1A87-CC2C-C034BE6EE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92C2A-87EE-4017-88CB-66B55E0FF41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04674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1A1AE7-5B51-1AFF-F4F8-292C4C08A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635C95-5CEA-0270-4A17-A1B16BE9E6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093ECC-AC04-16D3-19B6-08A76D278D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B7A83C-8BDB-4DB3-94D4-9D26411966CA}" type="datetimeFigureOut">
              <a:rPr lang="en-SG" smtClean="0"/>
              <a:t>6/5/2026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DB1E8-9A2B-3BC9-6E39-D6796A345A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B7AE77-272E-AF1A-2533-7CD2CDCFAA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E92C2A-87EE-4017-88CB-66B55E0FF41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52190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C72AA-887F-415C-D07F-22C2FD7E7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4000" dirty="0">
                <a:solidFill>
                  <a:srgbClr val="152D47"/>
                </a:solidFill>
                <a:ea typeface="+mj-lt"/>
                <a:cs typeface="+mj-lt"/>
              </a:rPr>
              <a:t>The Gap Between Academic Knowledge and Job Market Skills</a:t>
            </a:r>
            <a:endParaRPr lang="en-US" sz="4000" dirty="0">
              <a:ea typeface="+mj-lt"/>
              <a:cs typeface="+mj-lt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6710C75-92E9-C8B2-7FC0-8EE6C39F37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4830976"/>
              </p:ext>
            </p:extLst>
          </p:nvPr>
        </p:nvGraphicFramePr>
        <p:xfrm>
          <a:off x="1199707" y="3429000"/>
          <a:ext cx="10154093" cy="3266688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5350162">
                  <a:extLst>
                    <a:ext uri="{9D8B030D-6E8A-4147-A177-3AD203B41FA5}">
                      <a16:colId xmlns:a16="http://schemas.microsoft.com/office/drawing/2014/main" val="1691012174"/>
                    </a:ext>
                  </a:extLst>
                </a:gridCol>
                <a:gridCol w="4803931">
                  <a:extLst>
                    <a:ext uri="{9D8B030D-6E8A-4147-A177-3AD203B41FA5}">
                      <a16:colId xmlns:a16="http://schemas.microsoft.com/office/drawing/2014/main" val="2482954173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r>
                        <a:rPr lang="en-SG" sz="1600" b="1" cap="none" spc="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SG" sz="1600" b="1" cap="none" spc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3779" marR="176828" marT="35366" marB="265242" anchor="b"/>
                </a:tc>
                <a:tc>
                  <a:txBody>
                    <a:bodyPr/>
                    <a:lstStyle/>
                    <a:p>
                      <a:r>
                        <a:rPr lang="en-SG" sz="1600" b="1" cap="none" spc="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en-SG" sz="1600" b="1" cap="none" spc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3779" marR="176828" marT="35366" marB="265242" anchor="b"/>
                </a:tc>
                <a:extLst>
                  <a:ext uri="{0D108BD9-81ED-4DB2-BD59-A6C34878D82A}">
                    <a16:rowId xmlns:a16="http://schemas.microsoft.com/office/drawing/2014/main" val="207255223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r>
                        <a:rPr lang="en-US" sz="1600" dirty="0"/>
                        <a:t>MD GOLAM RABBY     </a:t>
                      </a:r>
                      <a:endParaRPr lang="en-SG" sz="1600" cap="none" spc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3779" marR="176828" marT="35366" marB="265242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/>
                        <a:t>22-48628-3</a:t>
                      </a:r>
                    </a:p>
                  </a:txBody>
                  <a:tcPr marL="123779" marR="176828" marT="35366" marB="265242"/>
                </a:tc>
                <a:extLst>
                  <a:ext uri="{0D108BD9-81ED-4DB2-BD59-A6C34878D82A}">
                    <a16:rowId xmlns:a16="http://schemas.microsoft.com/office/drawing/2014/main" val="188902707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r>
                        <a:rPr lang="en-US" sz="1600" dirty="0"/>
                        <a:t>SUBRATH TARAFDAR                                                  </a:t>
                      </a:r>
                      <a:endParaRPr lang="en-SG" sz="1600" cap="none" spc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3779" marR="176828" marT="35366" marB="265242"/>
                </a:tc>
                <a:tc>
                  <a:txBody>
                    <a:bodyPr/>
                    <a:lstStyle/>
                    <a:p>
                      <a:r>
                        <a:rPr lang="en-SG" sz="1600" cap="none" spc="0" dirty="0">
                          <a:solidFill>
                            <a:schemeClr val="tx1"/>
                          </a:solidFill>
                        </a:rPr>
                        <a:t>22-49008-3</a:t>
                      </a:r>
                      <a:endParaRPr lang="en-SG" sz="1600" cap="none" spc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3779" marR="176828" marT="35366" marB="265242"/>
                </a:tc>
                <a:extLst>
                  <a:ext uri="{0D108BD9-81ED-4DB2-BD59-A6C34878D82A}">
                    <a16:rowId xmlns:a16="http://schemas.microsoft.com/office/drawing/2014/main" val="2177241572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r>
                        <a:rPr lang="en-SG" sz="1600" cap="none" spc="0" dirty="0">
                          <a:solidFill>
                            <a:schemeClr val="tx1"/>
                          </a:solidFill>
                        </a:rPr>
                        <a:t>MD SHAFKAT MANJUR DEEPTO</a:t>
                      </a:r>
                      <a:endParaRPr lang="en-SG" sz="1600" cap="none" spc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3779" marR="176828" marT="35366" marB="265242"/>
                </a:tc>
                <a:tc>
                  <a:txBody>
                    <a:bodyPr/>
                    <a:lstStyle/>
                    <a:p>
                      <a:r>
                        <a:rPr lang="en-SG" sz="1600" cap="none" spc="0" dirty="0">
                          <a:solidFill>
                            <a:schemeClr val="tx1"/>
                          </a:solidFill>
                        </a:rPr>
                        <a:t>22-49014-3</a:t>
                      </a:r>
                      <a:endParaRPr lang="en-SG" sz="1600" cap="none" spc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3779" marR="176828" marT="35366" marB="265242"/>
                </a:tc>
                <a:extLst>
                  <a:ext uri="{0D108BD9-81ED-4DB2-BD59-A6C34878D82A}">
                    <a16:rowId xmlns:a16="http://schemas.microsoft.com/office/drawing/2014/main" val="151924182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r>
                        <a:rPr lang="en-SG" sz="1600" cap="none" spc="0" dirty="0">
                          <a:solidFill>
                            <a:schemeClr val="tx1"/>
                          </a:solidFill>
                        </a:rPr>
                        <a:t>ISHRAT JAHAN PROME</a:t>
                      </a:r>
                      <a:endParaRPr lang="en-SG" sz="1600" cap="none" spc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3779" marR="176828" marT="35366" marB="265242"/>
                </a:tc>
                <a:tc>
                  <a:txBody>
                    <a:bodyPr/>
                    <a:lstStyle/>
                    <a:p>
                      <a:r>
                        <a:rPr lang="en-SG" sz="1600" cap="none" spc="0" dirty="0">
                          <a:solidFill>
                            <a:schemeClr val="tx1"/>
                          </a:solidFill>
                        </a:rPr>
                        <a:t>22-49015-3</a:t>
                      </a:r>
                      <a:endParaRPr lang="en-SG" sz="1600" cap="none" spc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3779" marR="176828" marT="35366" marB="265242"/>
                </a:tc>
                <a:extLst>
                  <a:ext uri="{0D108BD9-81ED-4DB2-BD59-A6C34878D82A}">
                    <a16:rowId xmlns:a16="http://schemas.microsoft.com/office/drawing/2014/main" val="122781852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r>
                        <a:rPr lang="en-US" sz="1600" dirty="0"/>
                        <a:t>BASUDEB KUNDU                                                        </a:t>
                      </a:r>
                      <a:endParaRPr lang="en-SG" sz="1600" cap="none" spc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3779" marR="176828" marT="35366" marB="265242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23-50856-1</a:t>
                      </a:r>
                      <a:endParaRPr lang="en-SG" sz="1600" cap="none" spc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3779" marR="176828" marT="35366" marB="265242"/>
                </a:tc>
                <a:extLst>
                  <a:ext uri="{0D108BD9-81ED-4DB2-BD59-A6C34878D82A}">
                    <a16:rowId xmlns:a16="http://schemas.microsoft.com/office/drawing/2014/main" val="4031163862"/>
                  </a:ext>
                </a:extLst>
              </a:tr>
            </a:tbl>
          </a:graphicData>
        </a:graphic>
      </p:graphicFrame>
      <p:sp>
        <p:nvSpPr>
          <p:cNvPr id="8" name="TextBox 8">
            <a:extLst>
              <a:ext uri="{FF2B5EF4-FFF2-40B4-BE49-F238E27FC236}">
                <a16:creationId xmlns:a16="http://schemas.microsoft.com/office/drawing/2014/main" id="{E79EB97C-1C19-0CA6-F122-DA0DB01C741B}"/>
              </a:ext>
            </a:extLst>
          </p:cNvPr>
          <p:cNvSpPr txBox="1"/>
          <p:nvPr/>
        </p:nvSpPr>
        <p:spPr>
          <a:xfrm>
            <a:off x="3825051" y="2382604"/>
            <a:ext cx="8664661" cy="368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2800"/>
              </a:lnSpc>
            </a:pPr>
            <a:r>
              <a:rPr lang="en-US" sz="2500" dirty="0">
                <a:solidFill>
                  <a:srgbClr val="2D3864"/>
                </a:solidFill>
                <a:latin typeface="+mj-lt"/>
                <a:ea typeface="Courier Prime"/>
                <a:cs typeface="Courier Prime"/>
                <a:sym typeface="Courier Prime"/>
              </a:rPr>
              <a:t>Course Instructor : Mehedi Hasan</a:t>
            </a: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ECBF2F18-16C2-DB35-E8E2-D336F592F184}"/>
              </a:ext>
            </a:extLst>
          </p:cNvPr>
          <p:cNvSpPr txBox="1"/>
          <p:nvPr/>
        </p:nvSpPr>
        <p:spPr>
          <a:xfrm>
            <a:off x="1199707" y="2955703"/>
            <a:ext cx="3971710" cy="366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3000"/>
              </a:lnSpc>
            </a:pPr>
            <a:r>
              <a:rPr lang="en-US" sz="2200" dirty="0">
                <a:solidFill>
                  <a:srgbClr val="2D3864"/>
                </a:solidFill>
                <a:latin typeface="+mj-lt"/>
                <a:ea typeface="Courier Prime Bold"/>
                <a:cs typeface="Courier Prime Bold"/>
                <a:sym typeface="Courier Prime Bold"/>
              </a:rPr>
              <a:t>Presented By: Group - 07 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2A979F46-A0C1-1CEB-2769-0E627433AB4B}"/>
              </a:ext>
            </a:extLst>
          </p:cNvPr>
          <p:cNvSpPr txBox="1"/>
          <p:nvPr/>
        </p:nvSpPr>
        <p:spPr>
          <a:xfrm>
            <a:off x="3527339" y="1993882"/>
            <a:ext cx="8664661" cy="368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2800"/>
              </a:lnSpc>
            </a:pPr>
            <a:r>
              <a:rPr lang="en-US" sz="2800" b="1" dirty="0">
                <a:solidFill>
                  <a:srgbClr val="2D3864"/>
                </a:solidFill>
                <a:latin typeface="+mj-lt"/>
                <a:ea typeface="Courier Prime"/>
                <a:cs typeface="Courier Prime"/>
                <a:sym typeface="Courier Prime"/>
              </a:rPr>
              <a:t>Course : Business Communication</a:t>
            </a:r>
          </a:p>
        </p:txBody>
      </p:sp>
    </p:spTree>
    <p:extLst>
      <p:ext uri="{BB962C8B-B14F-4D97-AF65-F5344CB8AC3E}">
        <p14:creationId xmlns:p14="http://schemas.microsoft.com/office/powerpoint/2010/main" val="1961245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074DC-5248-AEC9-ABF1-4BDBBCF5C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Table of content</a:t>
            </a:r>
          </a:p>
        </p:txBody>
      </p:sp>
      <p:graphicFrame>
        <p:nvGraphicFramePr>
          <p:cNvPr id="6" name="TextBox 2">
            <a:extLst>
              <a:ext uri="{FF2B5EF4-FFF2-40B4-BE49-F238E27FC236}">
                <a16:creationId xmlns:a16="http://schemas.microsoft.com/office/drawing/2014/main" id="{249B269A-A174-62D2-B63C-24B9120F20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80609052"/>
              </p:ext>
            </p:extLst>
          </p:nvPr>
        </p:nvGraphicFramePr>
        <p:xfrm>
          <a:off x="2604977" y="1896047"/>
          <a:ext cx="6424088" cy="41538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57171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8B9AA7C6-5E5A-498E-A6DF-A943376E0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83EAB11A-76F7-48F4-9B4F-5BFDF4BF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300" y="2385102"/>
            <a:ext cx="574091" cy="2087796"/>
            <a:chOff x="209668" y="2857422"/>
            <a:chExt cx="463662" cy="2087796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74D4C416-D5F4-4F6F-A6F1-87A21CD4F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C6AC1C30-21C6-4BF6-93EE-B211D7A85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Rectangle 50">
            <a:extLst>
              <a:ext uri="{FF2B5EF4-FFF2-40B4-BE49-F238E27FC236}">
                <a16:creationId xmlns:a16="http://schemas.microsoft.com/office/drawing/2014/main" id="{81E140AE-0ABF-47C8-BF32-7D2F0CF2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631767"/>
            <a:ext cx="11111729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3CF001-3D8B-6658-7D52-158B6C0DE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618" y="1239927"/>
            <a:ext cx="4008586" cy="468058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Introduction</a:t>
            </a: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E6EB96BC-B89E-AAD7-95B1-2520C10128A5}"/>
              </a:ext>
            </a:extLst>
          </p:cNvPr>
          <p:cNvSpPr/>
          <p:nvPr/>
        </p:nvSpPr>
        <p:spPr>
          <a:xfrm>
            <a:off x="5609767" y="1239927"/>
            <a:ext cx="5653980" cy="46805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400050" indent="-3429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300" dirty="0"/>
              <a:t>Degrees alone no longer guarantee immediate employment.  </a:t>
            </a:r>
          </a:p>
          <a:p>
            <a:pPr marL="400050" indent="-3429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US" sz="2300" dirty="0"/>
          </a:p>
          <a:p>
            <a:pPr marL="400050" indent="-3429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300" dirty="0"/>
              <a:t>Modern employers demand practical experience alongside academic theory. 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300" dirty="0"/>
              <a:t> </a:t>
            </a:r>
          </a:p>
          <a:p>
            <a:pPr marL="400050" indent="-3429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300" dirty="0"/>
              <a:t>A systemic mismatch leaves fresh graduates struggling to transition.  </a:t>
            </a:r>
          </a:p>
          <a:p>
            <a:pPr marL="400050" indent="-3429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US" sz="2300" dirty="0"/>
          </a:p>
          <a:p>
            <a:pPr marL="400050" indent="-3429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300" dirty="0"/>
              <a:t>The focus must shift to balancing "what we learn" with "what we do".  </a:t>
            </a:r>
          </a:p>
          <a:p>
            <a:pPr marL="114300" indent="-3429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US" sz="2300" dirty="0"/>
          </a:p>
        </p:txBody>
      </p:sp>
    </p:spTree>
    <p:extLst>
      <p:ext uri="{BB962C8B-B14F-4D97-AF65-F5344CB8AC3E}">
        <p14:creationId xmlns:p14="http://schemas.microsoft.com/office/powerpoint/2010/main" val="1847299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2" name="Arc 4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4C63D1A7-73AA-819D-B6DB-E26938C50AB1}"/>
              </a:ext>
            </a:extLst>
          </p:cNvPr>
          <p:cNvSpPr/>
          <p:nvPr/>
        </p:nvSpPr>
        <p:spPr>
          <a:xfrm>
            <a:off x="5577001" y="558472"/>
            <a:ext cx="545883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Problem Statement</a:t>
            </a: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489EB1E7-7345-6FA8-5E02-403A8D6703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612" y="955437"/>
            <a:ext cx="4538669" cy="4538669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E29456C2-B19E-C380-5763-B42529311E81}"/>
              </a:ext>
            </a:extLst>
          </p:cNvPr>
          <p:cNvSpPr/>
          <p:nvPr/>
        </p:nvSpPr>
        <p:spPr>
          <a:xfrm>
            <a:off x="5411972" y="2126512"/>
            <a:ext cx="5623867" cy="41693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114300" indent="-3429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300" dirty="0"/>
              <a:t> High academic achievers often fail to meet basic workplace expectations.  </a:t>
            </a:r>
          </a:p>
          <a:p>
            <a:pPr marL="114300" indent="-3429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US" sz="2300" dirty="0"/>
          </a:p>
          <a:p>
            <a:pPr marL="114300" indent="-3429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300" dirty="0"/>
              <a:t>Employers report severe deficiencies in communication and problem-solving. 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300" dirty="0"/>
              <a:t> </a:t>
            </a:r>
          </a:p>
          <a:p>
            <a:pPr marL="114300" indent="-3429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300" dirty="0"/>
              <a:t> This deficit increases graduate unemployment and corporate onboarding costs.  </a:t>
            </a:r>
          </a:p>
          <a:p>
            <a:pPr marL="114300" indent="-3429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US" sz="2300" dirty="0"/>
          </a:p>
          <a:p>
            <a:pPr marL="114300" indent="-3429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300" dirty="0"/>
              <a:t> A misaligned education system threatens broader economic productivity. </a:t>
            </a:r>
          </a:p>
        </p:txBody>
      </p:sp>
    </p:spTree>
    <p:extLst>
      <p:ext uri="{BB962C8B-B14F-4D97-AF65-F5344CB8AC3E}">
        <p14:creationId xmlns:p14="http://schemas.microsoft.com/office/powerpoint/2010/main" val="4012614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4" name="Rectangle 63">
            <a:extLst>
              <a:ext uri="{FF2B5EF4-FFF2-40B4-BE49-F238E27FC236}">
                <a16:creationId xmlns:a16="http://schemas.microsoft.com/office/drawing/2014/main" id="{9A724DBA-D2D9-471E-8ED7-2015DDD950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EAEDBE72-0B02-B986-15EA-F650552C405F}"/>
              </a:ext>
            </a:extLst>
          </p:cNvPr>
          <p:cNvSpPr/>
          <p:nvPr/>
        </p:nvSpPr>
        <p:spPr>
          <a:xfrm>
            <a:off x="7239014" y="525982"/>
            <a:ext cx="4282983" cy="120036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Research Objectives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4641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0234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4C9FE5A1-9FB8-BBB9-E78A-38AEAFFFCF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8182" y="650494"/>
            <a:ext cx="5324142" cy="5324142"/>
          </a:xfrm>
          <a:prstGeom prst="rect">
            <a:avLst/>
          </a:prstGeom>
        </p:spPr>
      </p:pic>
      <p:sp>
        <p:nvSpPr>
          <p:cNvPr id="67" name="Rectangle 66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277786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707E0B90-15CA-C853-3550-AD1A68C77D3F}"/>
              </a:ext>
            </a:extLst>
          </p:cNvPr>
          <p:cNvSpPr/>
          <p:nvPr/>
        </p:nvSpPr>
        <p:spPr>
          <a:xfrm>
            <a:off x="7239014" y="2438742"/>
            <a:ext cx="4488700" cy="3511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400050" indent="-3429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300" b="1" dirty="0"/>
              <a:t>Quantify</a:t>
            </a:r>
            <a:r>
              <a:rPr lang="en-US" sz="2300" dirty="0"/>
              <a:t> the core academic-industry skills gap.  </a:t>
            </a:r>
          </a:p>
          <a:p>
            <a:pPr marL="400050" indent="-3429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US" sz="2300" dirty="0"/>
          </a:p>
          <a:p>
            <a:pPr marL="400050" indent="-3429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300" b="1" dirty="0"/>
              <a:t>Pinpoint</a:t>
            </a:r>
            <a:r>
              <a:rPr lang="en-US" sz="2300" dirty="0"/>
              <a:t> specific hard and soft skill deficiencies.  </a:t>
            </a:r>
          </a:p>
          <a:p>
            <a:pPr marL="400050" indent="-3429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US" sz="2300" dirty="0"/>
          </a:p>
          <a:p>
            <a:pPr marL="400050" indent="-3429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300" b="1" dirty="0"/>
              <a:t>Recommend</a:t>
            </a:r>
            <a:r>
              <a:rPr lang="en-US" sz="2300" dirty="0"/>
              <a:t> actionable curriculum and practical training reforms. </a:t>
            </a:r>
          </a:p>
          <a:p>
            <a:pPr marL="114300" indent="-3429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US" sz="2300" dirty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677179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296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>
            <a:extLst>
              <a:ext uri="{FF2B5EF4-FFF2-40B4-BE49-F238E27FC236}">
                <a16:creationId xmlns:a16="http://schemas.microsoft.com/office/drawing/2014/main" id="{A5FC1484-4C7E-A0F6-6301-C747B65D9901}"/>
              </a:ext>
            </a:extLst>
          </p:cNvPr>
          <p:cNvSpPr/>
          <p:nvPr/>
        </p:nvSpPr>
        <p:spPr>
          <a:xfrm>
            <a:off x="1482248" y="1341544"/>
            <a:ext cx="2284899" cy="384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4400" b="1" dirty="0">
                <a:solidFill>
                  <a:srgbClr val="152D47"/>
                </a:solidFill>
                <a:latin typeface="Aptos Display (Headings)"/>
                <a:ea typeface="+mn-lt"/>
                <a:cs typeface="+mn-lt"/>
              </a:rPr>
              <a:t>Methodology</a:t>
            </a:r>
            <a:endParaRPr lang="en-US" sz="4400" b="1" dirty="0">
              <a:latin typeface="Aptos Display (Headings)"/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FDCABEEF-757A-00EC-A02B-F1F41D1BEB37}"/>
              </a:ext>
            </a:extLst>
          </p:cNvPr>
          <p:cNvSpPr/>
          <p:nvPr/>
        </p:nvSpPr>
        <p:spPr>
          <a:xfrm>
            <a:off x="1046506" y="4687997"/>
            <a:ext cx="1127576" cy="140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400">
                <a:solidFill>
                  <a:schemeClr val="bg1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Analyze Data</a:t>
            </a:r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3C08D673-F2DA-A094-F8C1-6DAE6D16CF3B}"/>
              </a:ext>
            </a:extLst>
          </p:cNvPr>
          <p:cNvSpPr/>
          <p:nvPr/>
        </p:nvSpPr>
        <p:spPr>
          <a:xfrm>
            <a:off x="1046506" y="4030679"/>
            <a:ext cx="1127576" cy="140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400">
                <a:solidFill>
                  <a:schemeClr val="bg1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Collect Responses</a:t>
            </a:r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87329689-5789-94DD-F751-C8B6DCBD4051}"/>
              </a:ext>
            </a:extLst>
          </p:cNvPr>
          <p:cNvSpPr/>
          <p:nvPr/>
        </p:nvSpPr>
        <p:spPr>
          <a:xfrm>
            <a:off x="1068789" y="3398226"/>
            <a:ext cx="1127576" cy="140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400">
                <a:solidFill>
                  <a:schemeClr val="bg1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Distribute Form</a:t>
            </a:r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461B4E49-41CF-DA7C-9100-7677031F3BE9}"/>
              </a:ext>
            </a:extLst>
          </p:cNvPr>
          <p:cNvSpPr/>
          <p:nvPr/>
        </p:nvSpPr>
        <p:spPr>
          <a:xfrm>
            <a:off x="1068789" y="2688131"/>
            <a:ext cx="1247318" cy="2171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400">
                <a:solidFill>
                  <a:schemeClr val="bg1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Design Survey</a:t>
            </a:r>
            <a:endParaRPr lang="en-US" sz="1400">
              <a:solidFill>
                <a:schemeClr val="bg1"/>
              </a:solidFill>
            </a:endParaRPr>
          </a:p>
        </p:txBody>
      </p:sp>
      <p:graphicFrame>
        <p:nvGraphicFramePr>
          <p:cNvPr id="31" name="TextBox 1">
            <a:extLst>
              <a:ext uri="{FF2B5EF4-FFF2-40B4-BE49-F238E27FC236}">
                <a16:creationId xmlns:a16="http://schemas.microsoft.com/office/drawing/2014/main" id="{F9004CE2-F775-9C5B-2B09-F7811F23A5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40876032"/>
              </p:ext>
            </p:extLst>
          </p:nvPr>
        </p:nvGraphicFramePr>
        <p:xfrm>
          <a:off x="1910814" y="2154336"/>
          <a:ext cx="8615417" cy="40505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374731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6CC5C-29D2-1759-5050-BF01547F5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6022" y="15864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400" b="1" dirty="0"/>
              <a:t>Results &amp; Analysis (The Gap Confirmed)</a:t>
            </a:r>
            <a:endParaRPr lang="en-US" sz="3400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9114ACCC-1609-A90C-1032-FEE5BC2078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0618893"/>
              </p:ext>
            </p:extLst>
          </p:nvPr>
        </p:nvGraphicFramePr>
        <p:xfrm>
          <a:off x="-372395" y="1308045"/>
          <a:ext cx="6828503" cy="43907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30619A28-CFF1-2642-6853-A93B592742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06971762"/>
              </p:ext>
            </p:extLst>
          </p:nvPr>
        </p:nvGraphicFramePr>
        <p:xfrm>
          <a:off x="5117690" y="1288203"/>
          <a:ext cx="7221795" cy="43907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D9F905A1-3737-2A25-9019-F301B1E5D72E}"/>
              </a:ext>
            </a:extLst>
          </p:cNvPr>
          <p:cNvSpPr txBox="1"/>
          <p:nvPr/>
        </p:nvSpPr>
        <p:spPr>
          <a:xfrm>
            <a:off x="762001" y="5678946"/>
            <a:ext cx="45597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/>
              <a:t>Figure 1: Student Perception of the Academic-Industry Skills Gap</a:t>
            </a:r>
            <a:endParaRPr lang="en-US" sz="20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0B22E3-C268-A9AB-4AD9-E764F99531B6}"/>
              </a:ext>
            </a:extLst>
          </p:cNvPr>
          <p:cNvSpPr txBox="1"/>
          <p:nvPr/>
        </p:nvSpPr>
        <p:spPr>
          <a:xfrm>
            <a:off x="6427839" y="5678946"/>
            <a:ext cx="47170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/>
              <a:t>Figure 2: Extent of Practical and Hands-On Learning in Current Curricula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8832337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4EA87-4120-D5F0-DAF3-17CBBBBC7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1317" y="185883"/>
            <a:ext cx="9531759" cy="907039"/>
          </a:xfrm>
        </p:spPr>
        <p:txBody>
          <a:bodyPr>
            <a:normAutofit/>
          </a:bodyPr>
          <a:lstStyle/>
          <a:p>
            <a:pPr algn="ctr"/>
            <a:r>
              <a:rPr lang="en-US" sz="3400" b="1" dirty="0"/>
              <a:t>Results &amp; Analysis (The Dual Deficit)</a:t>
            </a:r>
            <a:endParaRPr lang="en-US" sz="3400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A17A222-E00E-93E1-A029-5E78F7FF63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7259972"/>
              </p:ext>
            </p:extLst>
          </p:nvPr>
        </p:nvGraphicFramePr>
        <p:xfrm>
          <a:off x="368709" y="925337"/>
          <a:ext cx="11693013" cy="53658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AAF5C9CF-C60A-3008-EA9B-7978CBA4A53E}"/>
              </a:ext>
            </a:extLst>
          </p:cNvPr>
          <p:cNvSpPr txBox="1"/>
          <p:nvPr/>
        </p:nvSpPr>
        <p:spPr>
          <a:xfrm>
            <a:off x="1076632" y="6176963"/>
            <a:ext cx="102771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/>
              <a:t>Figure 3: Key Hard and Soft Skill Deficiencies in Academic Training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2360523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3CF001-3D8B-6658-7D52-158B6C0DE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3300" b="1"/>
              <a:t>Results &amp; Analysis (Preferred Solutions)</a:t>
            </a:r>
            <a:endParaRPr lang="en-US" sz="33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58B9956-2BDD-E93A-6841-CECE3D16398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303520" y="553065"/>
          <a:ext cx="6364224" cy="55138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36CE295-AF6D-331F-89C8-F67DCFE96674}"/>
              </a:ext>
            </a:extLst>
          </p:cNvPr>
          <p:cNvSpPr txBox="1"/>
          <p:nvPr/>
        </p:nvSpPr>
        <p:spPr>
          <a:xfrm>
            <a:off x="5493823" y="6139283"/>
            <a:ext cx="61518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Figure 4: Respondents’ Recommendations for Improving Job Market Readiness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7602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2888C5-2348-AF1F-BD52-77FC77699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3300" b="1"/>
              <a:t>Discussion &amp; Recommendations</a:t>
            </a:r>
            <a:endParaRPr lang="en-US" sz="33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9176BD0-2168-4F04-64CB-E7174CB5E7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4067558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989354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Freeform: Shape 23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5" name="Freeform: Shape 24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F06C91-1DAE-42BC-BD21-4D9D819EC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3300" b="1"/>
              <a:t>Limitations &amp; Future Work</a:t>
            </a:r>
            <a:endParaRPr lang="en-US" sz="330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27" name="Content Placeholder 2">
            <a:extLst>
              <a:ext uri="{FF2B5EF4-FFF2-40B4-BE49-F238E27FC236}">
                <a16:creationId xmlns:a16="http://schemas.microsoft.com/office/drawing/2014/main" id="{4B80545F-2523-508E-04F4-3B76C6B9BC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4395607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273357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421EFE-4190-EE5B-9E60-54371B139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n-US" b="1"/>
              <a:t>Conclusion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Hands-on top of each other">
            <a:extLst>
              <a:ext uri="{FF2B5EF4-FFF2-40B4-BE49-F238E27FC236}">
                <a16:creationId xmlns:a16="http://schemas.microsoft.com/office/drawing/2014/main" id="{C8FC660E-2F48-3CFC-C8F5-89A7C768DB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9196" r="14951" b="1"/>
          <a:stretch>
            <a:fillRect/>
          </a:stretch>
        </p:blipFill>
        <p:spPr>
          <a:xfrm>
            <a:off x="1417861" y="511293"/>
            <a:ext cx="3348023" cy="5665670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66323E-05C0-D880-23D7-C52C66C6F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7033" y="1984443"/>
            <a:ext cx="5856767" cy="419252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400" dirty="0">
                <a:ea typeface="+mn-lt"/>
                <a:cs typeface="+mn-lt"/>
              </a:rPr>
              <a:t>The academic-industry gap is a confirmed, critical barrier to employment.  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Technical abilities and soft skills can no longer be treated as optional.  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Universities and employers must collaborate to build industry-ready talent.  </a:t>
            </a:r>
            <a:endParaRPr lang="en-US" sz="2400" dirty="0"/>
          </a:p>
          <a:p>
            <a:r>
              <a:rPr lang="en-US" sz="2400" b="1" dirty="0">
                <a:ea typeface="+mn-lt"/>
                <a:cs typeface="+mn-lt"/>
              </a:rPr>
              <a:t>Education must meet employment halfway to ensure workforce success.</a:t>
            </a:r>
            <a:endParaRPr lang="en-US" sz="2400" dirty="0">
              <a:ea typeface="+mn-lt"/>
              <a:cs typeface="+mn-lt"/>
            </a:endParaRP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642086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5677F9-24DA-93B5-296D-E311C84DA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8780" y="3025188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4800" b="1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54DBD9F0-9DD2-AD57-5C64-FFB21D2E90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636352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480</Words>
  <Application>Microsoft Office PowerPoint</Application>
  <PresentationFormat>Widescreen</PresentationFormat>
  <Paragraphs>87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Aptos</vt:lpstr>
      <vt:lpstr>Aptos Display</vt:lpstr>
      <vt:lpstr>Aptos Display (Headings)</vt:lpstr>
      <vt:lpstr>Arial</vt:lpstr>
      <vt:lpstr>Calibri</vt:lpstr>
      <vt:lpstr>Crimson Pro Semi Bold</vt:lpstr>
      <vt:lpstr>Wingdings</vt:lpstr>
      <vt:lpstr>Office Theme</vt:lpstr>
      <vt:lpstr>The Gap Between Academic Knowledge and Job Market Skills</vt:lpstr>
      <vt:lpstr>Table of content</vt:lpstr>
      <vt:lpstr>Introduction</vt:lpstr>
      <vt:lpstr>PowerPoint Presentation</vt:lpstr>
      <vt:lpstr>PowerPoint Presentation</vt:lpstr>
      <vt:lpstr>PowerPoint Presentation</vt:lpstr>
      <vt:lpstr>Results &amp; Analysis (The Gap Confirmed)</vt:lpstr>
      <vt:lpstr>Results &amp; Analysis (The Dual Deficit)</vt:lpstr>
      <vt:lpstr>Results &amp; Analysis (Preferred Solutions)</vt:lpstr>
      <vt:lpstr>Discussion &amp; Recommendations</vt:lpstr>
      <vt:lpstr>Limitations &amp; Future Work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SUBRATH TARAFDAR</dc:creator>
  <cp:lastModifiedBy>SUBRATH TARAFDAR</cp:lastModifiedBy>
  <cp:revision>1</cp:revision>
  <dcterms:created xsi:type="dcterms:W3CDTF">2026-05-05T15:53:28Z</dcterms:created>
  <dcterms:modified xsi:type="dcterms:W3CDTF">2026-05-06T00:33:14Z</dcterms:modified>
</cp:coreProperties>
</file>